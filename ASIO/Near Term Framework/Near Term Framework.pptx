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85680"/>
  </p:normalViewPr>
  <p:slideViewPr>
    <p:cSldViewPr>
      <p:cViewPr>
        <p:scale>
          <a:sx n="400" d="100"/>
          <a:sy n="400" d="100"/>
        </p:scale>
        <p:origin x="1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16999-7A56-4B4F-B586-624894B0115F}" type="datetimeFigureOut">
              <a:rPr lang="en-US" smtClean="0"/>
              <a:t>8/1/25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48CA4-843D-6843-8D09-77871BE0A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8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AGONISTS</a:t>
            </a:r>
          </a:p>
          <a:p>
            <a:pPr marL="171450" indent="-171450">
              <a:buFontTx/>
              <a:buChar char="-"/>
            </a:pPr>
            <a:r>
              <a:rPr lang="en-US" dirty="0"/>
              <a:t>FRONTIER SKEW – ROI delta between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place frontier model.</a:t>
            </a:r>
          </a:p>
          <a:p>
            <a:pPr marL="171450" indent="-171450">
              <a:buFontTx/>
              <a:buChar char="-"/>
            </a:pPr>
            <a:r>
              <a:rPr lang="en-US" dirty="0"/>
              <a:t>RECURSIVE CAPITAL ROI – ROI per year per dollar spent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ANTAGONISTS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INTER-NATION ECONOMIC BARRIERS -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48CA4-843D-6843-8D09-77871BE0A0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9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7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1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2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5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0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1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7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1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6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4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6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0BE1-B458-EA4F-9069-5BF55EC83511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F1EB8-23DF-5F4E-A202-E857A8B2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9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0CD-EC2D-A766-0549-2347587E02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805FC-FFC8-4FEF-1699-14D72E868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6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Brace 3">
            <a:extLst>
              <a:ext uri="{FF2B5EF4-FFF2-40B4-BE49-F238E27FC236}">
                <a16:creationId xmlns:a16="http://schemas.microsoft.com/office/drawing/2014/main" id="{958E1E3F-0899-96F1-D3E5-0138B4F8FCE5}"/>
              </a:ext>
            </a:extLst>
          </p:cNvPr>
          <p:cNvSpPr/>
          <p:nvPr/>
        </p:nvSpPr>
        <p:spPr>
          <a:xfrm>
            <a:off x="9973008" y="483262"/>
            <a:ext cx="281328" cy="1726538"/>
          </a:xfrm>
          <a:prstGeom prst="rightBrace">
            <a:avLst>
              <a:gd name="adj1" fmla="val 34446"/>
              <a:gd name="adj2" fmla="val 5000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1E6124-8262-01AF-0B81-BC0CFC00D9A0}"/>
              </a:ext>
            </a:extLst>
          </p:cNvPr>
          <p:cNvGrpSpPr/>
          <p:nvPr/>
        </p:nvGrpSpPr>
        <p:grpSpPr>
          <a:xfrm>
            <a:off x="718664" y="1004072"/>
            <a:ext cx="1732988" cy="4078137"/>
            <a:chOff x="718664" y="1004072"/>
            <a:chExt cx="2434816" cy="4778801"/>
          </a:xfrm>
        </p:grpSpPr>
        <p:sp>
          <p:nvSpPr>
            <p:cNvPr id="5" name="Explosion 1 4">
              <a:extLst>
                <a:ext uri="{FF2B5EF4-FFF2-40B4-BE49-F238E27FC236}">
                  <a16:creationId xmlns:a16="http://schemas.microsoft.com/office/drawing/2014/main" id="{64BBCA73-5C47-9980-582C-72C9B15EE940}"/>
                </a:ext>
              </a:extLst>
            </p:cNvPr>
            <p:cNvSpPr/>
            <p:nvPr/>
          </p:nvSpPr>
          <p:spPr>
            <a:xfrm>
              <a:off x="852975" y="1550017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Explosion 1 5">
              <a:extLst>
                <a:ext uri="{FF2B5EF4-FFF2-40B4-BE49-F238E27FC236}">
                  <a16:creationId xmlns:a16="http://schemas.microsoft.com/office/drawing/2014/main" id="{3B1A8E2E-F7CB-EB6A-E281-6F0330EE3CE2}"/>
                </a:ext>
              </a:extLst>
            </p:cNvPr>
            <p:cNvSpPr/>
            <p:nvPr/>
          </p:nvSpPr>
          <p:spPr>
            <a:xfrm>
              <a:off x="2622140" y="3268362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Explosion 1 6">
              <a:extLst>
                <a:ext uri="{FF2B5EF4-FFF2-40B4-BE49-F238E27FC236}">
                  <a16:creationId xmlns:a16="http://schemas.microsoft.com/office/drawing/2014/main" id="{1BB89447-4FB3-939C-C70C-5E12342434F8}"/>
                </a:ext>
              </a:extLst>
            </p:cNvPr>
            <p:cNvSpPr/>
            <p:nvPr/>
          </p:nvSpPr>
          <p:spPr>
            <a:xfrm>
              <a:off x="718664" y="3740228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xplosion 1 7">
              <a:extLst>
                <a:ext uri="{FF2B5EF4-FFF2-40B4-BE49-F238E27FC236}">
                  <a16:creationId xmlns:a16="http://schemas.microsoft.com/office/drawing/2014/main" id="{2884D7BE-D17B-2D2B-4009-CACA51C0A769}"/>
                </a:ext>
              </a:extLst>
            </p:cNvPr>
            <p:cNvSpPr/>
            <p:nvPr/>
          </p:nvSpPr>
          <p:spPr>
            <a:xfrm>
              <a:off x="852975" y="5461598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xplosion 1 8">
              <a:extLst>
                <a:ext uri="{FF2B5EF4-FFF2-40B4-BE49-F238E27FC236}">
                  <a16:creationId xmlns:a16="http://schemas.microsoft.com/office/drawing/2014/main" id="{491E752D-64BD-489B-5124-D9B33AA887A1}"/>
                </a:ext>
              </a:extLst>
            </p:cNvPr>
            <p:cNvSpPr/>
            <p:nvPr/>
          </p:nvSpPr>
          <p:spPr>
            <a:xfrm>
              <a:off x="1177654" y="2232096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Explosion 1 9">
              <a:extLst>
                <a:ext uri="{FF2B5EF4-FFF2-40B4-BE49-F238E27FC236}">
                  <a16:creationId xmlns:a16="http://schemas.microsoft.com/office/drawing/2014/main" id="{38810919-65B9-175C-7102-FEE1FD69B351}"/>
                </a:ext>
              </a:extLst>
            </p:cNvPr>
            <p:cNvSpPr/>
            <p:nvPr/>
          </p:nvSpPr>
          <p:spPr>
            <a:xfrm>
              <a:off x="852975" y="4832119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Explosion 1 10">
              <a:extLst>
                <a:ext uri="{FF2B5EF4-FFF2-40B4-BE49-F238E27FC236}">
                  <a16:creationId xmlns:a16="http://schemas.microsoft.com/office/drawing/2014/main" id="{A56CA281-3491-6152-781A-7CBA5C93D68C}"/>
                </a:ext>
              </a:extLst>
            </p:cNvPr>
            <p:cNvSpPr/>
            <p:nvPr/>
          </p:nvSpPr>
          <p:spPr>
            <a:xfrm>
              <a:off x="1009676" y="1004072"/>
              <a:ext cx="531340" cy="321275"/>
            </a:xfrm>
            <a:prstGeom prst="irregularSeal1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2555F13-D724-E2EF-6AF7-435C487729D1}"/>
              </a:ext>
            </a:extLst>
          </p:cNvPr>
          <p:cNvSpPr/>
          <p:nvPr/>
        </p:nvSpPr>
        <p:spPr>
          <a:xfrm rot="5400000">
            <a:off x="1607837" y="4902755"/>
            <a:ext cx="281328" cy="1028117"/>
          </a:xfrm>
          <a:prstGeom prst="rightBrace">
            <a:avLst>
              <a:gd name="adj1" fmla="val 34446"/>
              <a:gd name="adj2" fmla="val 50000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D03FBD-C4BF-3F39-9AE5-11C11133588B}"/>
              </a:ext>
            </a:extLst>
          </p:cNvPr>
          <p:cNvGrpSpPr/>
          <p:nvPr/>
        </p:nvGrpSpPr>
        <p:grpSpPr>
          <a:xfrm>
            <a:off x="6833624" y="5739089"/>
            <a:ext cx="1652268" cy="681815"/>
            <a:chOff x="6846041" y="5165231"/>
            <a:chExt cx="1652268" cy="68181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FA8BCA6-56F7-94B7-0359-7D0990FE6763}"/>
                </a:ext>
              </a:extLst>
            </p:cNvPr>
            <p:cNvSpPr/>
            <p:nvPr/>
          </p:nvSpPr>
          <p:spPr>
            <a:xfrm>
              <a:off x="6846041" y="5265759"/>
              <a:ext cx="106018" cy="105560"/>
            </a:xfrm>
            <a:prstGeom prst="ellipse">
              <a:avLst/>
            </a:prstGeom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1B9B50B-0100-E242-09BA-61B55FFF1C83}"/>
                </a:ext>
              </a:extLst>
            </p:cNvPr>
            <p:cNvSpPr/>
            <p:nvPr/>
          </p:nvSpPr>
          <p:spPr>
            <a:xfrm>
              <a:off x="6849926" y="5640378"/>
              <a:ext cx="106018" cy="105560"/>
            </a:xfrm>
            <a:prstGeom prst="ellipse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3D3144-1AB4-179A-106D-2476392360F8}"/>
                </a:ext>
              </a:extLst>
            </p:cNvPr>
            <p:cNvSpPr txBox="1"/>
            <p:nvPr/>
          </p:nvSpPr>
          <p:spPr>
            <a:xfrm>
              <a:off x="7007580" y="5165231"/>
              <a:ext cx="14368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Early Loop Closer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DC9F0D-90A5-744E-E2A0-2DEC859641DD}"/>
                </a:ext>
              </a:extLst>
            </p:cNvPr>
            <p:cNvSpPr txBox="1"/>
            <p:nvPr/>
          </p:nvSpPr>
          <p:spPr>
            <a:xfrm>
              <a:off x="7007580" y="5539269"/>
              <a:ext cx="1490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Later Loop Closer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01B1B5D-4ACF-8876-D945-31EFF04C0CC4}"/>
              </a:ext>
            </a:extLst>
          </p:cNvPr>
          <p:cNvSpPr txBox="1"/>
          <p:nvPr/>
        </p:nvSpPr>
        <p:spPr>
          <a:xfrm>
            <a:off x="9508273" y="5851517"/>
            <a:ext cx="1858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Economically Aligned </a:t>
            </a:r>
          </a:p>
          <a:p>
            <a:r>
              <a:rPr lang="en-US" sz="1400" dirty="0"/>
              <a:t>Nation-State Segments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1A5ACA-7340-A369-6742-5BCC54AE07B2}"/>
              </a:ext>
            </a:extLst>
          </p:cNvPr>
          <p:cNvCxnSpPr>
            <a:cxnSpLocks/>
          </p:cNvCxnSpPr>
          <p:nvPr/>
        </p:nvCxnSpPr>
        <p:spPr>
          <a:xfrm flipV="1">
            <a:off x="2262560" y="3073459"/>
            <a:ext cx="0" cy="220269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FA290F9-2560-64A5-B45F-D221E3D05C75}"/>
              </a:ext>
            </a:extLst>
          </p:cNvPr>
          <p:cNvCxnSpPr/>
          <p:nvPr/>
        </p:nvCxnSpPr>
        <p:spPr>
          <a:xfrm flipV="1">
            <a:off x="1234443" y="2107557"/>
            <a:ext cx="0" cy="316859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132A9EA-9D31-7032-2798-DFF9EDBE8B34}"/>
              </a:ext>
            </a:extLst>
          </p:cNvPr>
          <p:cNvGrpSpPr/>
          <p:nvPr/>
        </p:nvGrpSpPr>
        <p:grpSpPr>
          <a:xfrm>
            <a:off x="6096000" y="1327764"/>
            <a:ext cx="2451339" cy="831515"/>
            <a:chOff x="6266980" y="2032704"/>
            <a:chExt cx="2451339" cy="83151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E2E3171-BC09-F91A-1194-B820B14AD5A6}"/>
                </a:ext>
              </a:extLst>
            </p:cNvPr>
            <p:cNvGrpSpPr/>
            <p:nvPr/>
          </p:nvGrpSpPr>
          <p:grpSpPr>
            <a:xfrm>
              <a:off x="7564576" y="2328504"/>
              <a:ext cx="492745" cy="500835"/>
              <a:chOff x="7328452" y="2052044"/>
              <a:chExt cx="728870" cy="777295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44C20BA-1320-477F-802E-BBA96158C3BF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B9A30B8-EEE5-559B-BDF9-4F4A73440BE7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FAFB34B-4663-9EAF-ADCC-969DF8369AB3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CECC310-943B-EFFA-4D0D-226604A6ED2C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5C6A861-0E21-33B9-CE84-DD938E54B7A7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AA8DB37-0ED3-0A8A-FCE7-CEF1D6C5CC38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6B6E672-5BED-A408-025B-5F3A82F10C6E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E89B6BD-8BC6-7421-3449-673C96E878A4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9AC4190-DDA0-6E43-8201-1FA9EC6F66AE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C9500D4-20E9-D8A4-C4F2-B5830DA966DC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DC7FD266-0C82-A6B0-EC0A-7F6619D04503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D321EE5-E285-FBAA-5A2F-5A4434D6C0DE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E85D163-B914-88B7-88DB-0A218C363D9E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DEECB48-1439-B1BF-4E15-6E234E6B14C7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65E8888-8AE5-0F30-D729-714BB221AFFD}"/>
                </a:ext>
              </a:extLst>
            </p:cNvPr>
            <p:cNvGrpSpPr/>
            <p:nvPr/>
          </p:nvGrpSpPr>
          <p:grpSpPr>
            <a:xfrm>
              <a:off x="8225574" y="2032704"/>
              <a:ext cx="492745" cy="500835"/>
              <a:chOff x="7328452" y="2052044"/>
              <a:chExt cx="728870" cy="777295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3195E01-4BF8-B63D-431E-88F36C4829F1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9B70D13-846B-18AF-8328-40712A0434D5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833F0B6-6874-281E-F8CF-491843AA3FCD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10463F9-7AFE-C795-F2C1-2627E7C77D10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2148F23-5A09-7B57-D25F-2EAEE8CCAB21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54E9EB1-4012-1451-D13D-DD1F5A27DF7F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86F1606-19E3-DF71-96A3-7D431A958DE9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1423A54-18F7-CEFF-6116-06AE6A40D0C6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32B196A-E8E7-8A60-881E-02495F3D2E9D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96A2B79-6EA5-2B9E-6C60-86DA6C0DA36F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73D475F9-E1F4-A95C-8EE8-389A554BBE06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D9BB5B3-FE6B-8E9C-9AC2-D4EE39753CA1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1DD2FF5-6517-01B2-81FD-1E532138BD39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81A2628-DB50-64E3-2499-274004B1CDCC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C7AEF9B-B808-3B12-7F65-F1E997B20C40}"/>
                </a:ext>
              </a:extLst>
            </p:cNvPr>
            <p:cNvGrpSpPr/>
            <p:nvPr/>
          </p:nvGrpSpPr>
          <p:grpSpPr>
            <a:xfrm>
              <a:off x="6266980" y="2363384"/>
              <a:ext cx="492745" cy="500835"/>
              <a:chOff x="7328452" y="2052044"/>
              <a:chExt cx="728870" cy="777295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366627F-8D77-CFB4-9DD4-75D42389ADBF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2E45FD7-2DA2-EDCC-E2CD-E9F1A00A00C9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87EA65F-0956-3AA9-721C-C6312CECD0A1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EBEA4B-656B-9057-685F-FD26A0B1EB94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760D9F1-3274-0300-D294-C56FA95BEAAE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6E395CF-B8B5-8322-B25E-89F07897376F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5220835-9990-D516-CE41-8C54B541892F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E80B21C-0547-FC6C-A43C-F5686330E01E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16B5CED-8804-8C01-0BDC-C44AF9472B81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F0F3A63-4E43-5EE2-2C50-4FFC25DCB3DA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64FA5DBF-FD49-5650-D817-91C7F143F67E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FB0E282D-41D3-0F90-3009-EEEE79169A9D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0A66A5F-8C6D-30C4-0EE1-526E63EFECFB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9BA09D1-ED70-9B34-57B9-F8638E5780D6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2ABF1F0-6E06-BD80-3B73-42356563648F}"/>
                </a:ext>
              </a:extLst>
            </p:cNvPr>
            <p:cNvGrpSpPr/>
            <p:nvPr/>
          </p:nvGrpSpPr>
          <p:grpSpPr>
            <a:xfrm>
              <a:off x="6913108" y="2089886"/>
              <a:ext cx="492745" cy="500835"/>
              <a:chOff x="7328452" y="2052044"/>
              <a:chExt cx="728870" cy="777295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1CAFC3E0-93A3-B32A-6E8F-C6BC24FD8AD7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003C1AC-7E8A-C04F-0ED7-00195C4B1DC7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8D6A42BD-E67E-64D5-7556-EE5CDBCD632C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05086B0-804C-70A6-AF5A-F528126EA41E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AD43A59-0E00-E39B-EE6F-1B95796FE8B1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E7A64B3-5E99-0D29-D3AD-853905E2C6E1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974055C-000B-7E73-6E7F-022CBCBE37CA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A286A2EA-7059-30E0-3A67-DEFBDC393F6F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86702DF0-4227-31F8-1A99-C125D9744F3C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232B3B1-1F5E-205F-8FE4-B07A687A8B86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2D1BE722-E6B2-92FD-D9F4-1DD5CF618E7B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7FCDDE4F-8F2B-C4E5-5B7E-EBE26FA0C14D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E4BD4804-0968-04C4-B2A6-27585AAF5A10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B2B75E9-971D-6F48-E139-676D86FC0DDB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E8ADDBB-FB0A-26D8-5DAB-1A61238AA52F}"/>
              </a:ext>
            </a:extLst>
          </p:cNvPr>
          <p:cNvGrpSpPr/>
          <p:nvPr/>
        </p:nvGrpSpPr>
        <p:grpSpPr>
          <a:xfrm>
            <a:off x="6127427" y="559310"/>
            <a:ext cx="2451339" cy="831515"/>
            <a:chOff x="6266980" y="2032704"/>
            <a:chExt cx="2451339" cy="831515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1C39A88-03E6-283E-F07F-5B7A3278D55D}"/>
                </a:ext>
              </a:extLst>
            </p:cNvPr>
            <p:cNvGrpSpPr/>
            <p:nvPr/>
          </p:nvGrpSpPr>
          <p:grpSpPr>
            <a:xfrm>
              <a:off x="7564576" y="2328504"/>
              <a:ext cx="492745" cy="500835"/>
              <a:chOff x="7328452" y="2052044"/>
              <a:chExt cx="728870" cy="777295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820F36E7-CC72-DC81-D701-7D20815C3815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AB56233E-28CD-EB65-8974-66D3149E0C4C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00389107-FB58-9E90-F132-D59EDA10B07D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0B684F38-15E3-DA81-DF31-36AAE08F15B8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7A58CD5-FC09-B922-E885-0BEBE456CFE3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E8CD1B98-0D96-9E4D-F576-2F18BD8EE3A7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9565BA16-E848-B0F9-F74D-652383AC7010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6F477210-8C7B-BF8A-8DD7-1971E59E8B38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BC25B8AC-7E55-62CF-F47C-2453B035085B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E9E1E9D-1134-2BD7-D687-4890F6529A6D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FC05BE89-452C-D2FD-8936-2BCEEA088156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9C230177-264E-8DF5-E3E1-05C2E455509A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C82B191B-9797-F640-67EE-4C43B47F8124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AAA2BC51-D73E-70AA-2838-F91F44B8036F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3098CDE-FE94-4FC2-7566-1EFAA762B326}"/>
                </a:ext>
              </a:extLst>
            </p:cNvPr>
            <p:cNvGrpSpPr/>
            <p:nvPr/>
          </p:nvGrpSpPr>
          <p:grpSpPr>
            <a:xfrm>
              <a:off x="8225574" y="2032704"/>
              <a:ext cx="492745" cy="500835"/>
              <a:chOff x="7328452" y="2052044"/>
              <a:chExt cx="728870" cy="777295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7E62558E-1E46-D947-3A55-A3CD5AE36444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CB466CE7-14E2-A5C4-9050-1D4D0DB6F72B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36583F7E-D191-67CE-3284-62DEDCA92325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3701C0CF-940D-B050-9A02-11D426F45776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F896C0AF-4388-4ADF-ED31-912AF08C3087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556D018-BDF4-0905-8DAD-D8A24AB8B92A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2402AA4C-2B2E-EA80-5758-757BC82C4A6A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D8379C47-7D58-BE83-EF2D-4ABC820FB82C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5C894E4-F773-9D9F-CA9A-4D6BFA0DDFC1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8CB86C39-FADD-4DEA-1CE1-62BCE0A5EE7F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ounded Rectangle 128">
                <a:extLst>
                  <a:ext uri="{FF2B5EF4-FFF2-40B4-BE49-F238E27FC236}">
                    <a16:creationId xmlns:a16="http://schemas.microsoft.com/office/drawing/2014/main" id="{1515AB30-FB4F-3F64-41C3-369D490B54A5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8B89CEBF-297D-78FA-F72D-B4964A92C228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9B221B57-EDAD-C1BB-5FB3-C7D9A5456D82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9EA2FAA1-1E43-B293-F545-E5A9AB083D35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4BA524C-E33E-4085-B44A-87D29EE5B103}"/>
                </a:ext>
              </a:extLst>
            </p:cNvPr>
            <p:cNvGrpSpPr/>
            <p:nvPr/>
          </p:nvGrpSpPr>
          <p:grpSpPr>
            <a:xfrm>
              <a:off x="6266980" y="2363384"/>
              <a:ext cx="492745" cy="500835"/>
              <a:chOff x="7328452" y="2052044"/>
              <a:chExt cx="728870" cy="777295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31FEE4B-3664-159E-DBDB-3018A3F9FF8C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E5AC8F1-7E3A-AF33-1DCD-99FB1F227A7E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7E2A124F-E10C-00A3-B766-C5B7631A58EA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E6E399AB-661D-C7A7-06C7-95FDE048D6D5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CDDABF-220F-225D-28BC-CBC07292C770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B3CFFD80-89B7-1174-63C6-24731D459480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306F5A38-6ADE-D354-38D8-985D90AA889F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B03F7701-B51A-1546-0F55-23F2B5BFF639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FADF60D-E970-06DB-BCC0-B4BD538C9F78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9A708F4A-B954-DACD-D5F9-4FF27321C1B5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ounded Rectangle 114">
                <a:extLst>
                  <a:ext uri="{FF2B5EF4-FFF2-40B4-BE49-F238E27FC236}">
                    <a16:creationId xmlns:a16="http://schemas.microsoft.com/office/drawing/2014/main" id="{0A60EE77-812E-88E9-0486-383868760898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AE095852-3775-C757-DCC6-F3DD142DC9D9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58CD698B-5EC2-15BA-5F19-C3C98F79A814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5D4C0E44-C8B2-5DCF-A8DB-39945B7616FA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2B05833-53E0-BA06-F105-028B830B7AAF}"/>
                </a:ext>
              </a:extLst>
            </p:cNvPr>
            <p:cNvGrpSpPr/>
            <p:nvPr/>
          </p:nvGrpSpPr>
          <p:grpSpPr>
            <a:xfrm>
              <a:off x="6913108" y="2089886"/>
              <a:ext cx="492745" cy="500835"/>
              <a:chOff x="7328452" y="2052044"/>
              <a:chExt cx="728870" cy="777295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AA0BF771-5F20-98C6-C9CB-F4C6CAC19713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B3802A2-39CF-E7B1-8447-ACBA94B1D867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243BCAA-F77D-B9C9-A3B9-424AD8C5066E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4F47D3A-E9F7-4CE6-7ED7-9762F43C2685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793C3D3-5F71-0B47-11E9-77C87898D633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D183B94E-602D-9C09-E0F9-531FED3A18F6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226EBF1-54B7-C38A-57EE-1543111C06CB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8D9279F-A19E-3D32-2332-635933F3C35E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96ACD48-31F4-1533-B129-47FE42B83C77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85EF556-FB8B-4C63-AACB-14A140440677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7DD3FAD9-C17E-68A4-98BB-4B2EB0D6AA48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0D852257-6085-9087-4D7B-9784F19E2959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EFF0B8E7-1D67-65B0-EA1D-87DDC7487CED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24129CF5-7410-E945-FD12-63EF7DC99164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A3E6EAA-E2E4-4E2F-4D4D-1DAB1EF314B1}"/>
              </a:ext>
            </a:extLst>
          </p:cNvPr>
          <p:cNvGrpSpPr/>
          <p:nvPr/>
        </p:nvGrpSpPr>
        <p:grpSpPr>
          <a:xfrm>
            <a:off x="6371058" y="2558690"/>
            <a:ext cx="2451339" cy="831515"/>
            <a:chOff x="6266980" y="2032704"/>
            <a:chExt cx="2451339" cy="831515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DC525A4B-098C-7F01-2476-EA989BC43D49}"/>
                </a:ext>
              </a:extLst>
            </p:cNvPr>
            <p:cNvGrpSpPr/>
            <p:nvPr/>
          </p:nvGrpSpPr>
          <p:grpSpPr>
            <a:xfrm>
              <a:off x="7564576" y="2328504"/>
              <a:ext cx="492745" cy="500835"/>
              <a:chOff x="7328452" y="2052044"/>
              <a:chExt cx="728870" cy="777295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BCA96BBE-D18D-0E97-7AFD-C8D4B950A4DC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A1D8E7D0-5286-1760-8B91-A22F80B443C8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CEBA3504-34EF-5B27-D93C-55CF8DFDBF63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562BEFF4-46A8-B667-FCCC-5FE01C434F3D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DD8394EE-50ED-FABB-42D2-574014B0FD3B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5D9EA9D3-BE6F-5E93-4585-0CEA63B6F7A9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B459025-7323-EA93-5DF0-AC8EFD6CDFF7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E6B51F48-D15C-40DA-128A-2732B213A128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1D36F99E-1A7A-EBFB-0D53-0BC31F40C5F2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D15533E2-4FF3-A390-B7C9-74D46DD351F6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ounded Rectangle 203">
                <a:extLst>
                  <a:ext uri="{FF2B5EF4-FFF2-40B4-BE49-F238E27FC236}">
                    <a16:creationId xmlns:a16="http://schemas.microsoft.com/office/drawing/2014/main" id="{CAA79DC0-277B-5A52-5A7C-E3C4DD611166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FDDBF1A9-A05F-BE9A-FF8F-718613D7B7B8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EFCD33DA-3147-3AC3-E513-F9BB534CB390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D7A06D39-595D-6390-6AF8-0284F0807FDB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166EB3D1-5E12-EFD4-A21F-E5562FD1AEC0}"/>
                </a:ext>
              </a:extLst>
            </p:cNvPr>
            <p:cNvGrpSpPr/>
            <p:nvPr/>
          </p:nvGrpSpPr>
          <p:grpSpPr>
            <a:xfrm>
              <a:off x="8225574" y="2032704"/>
              <a:ext cx="492745" cy="500835"/>
              <a:chOff x="7328452" y="2052044"/>
              <a:chExt cx="728870" cy="777295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A13652D1-934D-7DDA-391F-453F82F490AD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8A860B3-CDFE-820A-175A-609FE1E1FC65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01E2DE6E-273C-F88F-02E8-634A345FE6E2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3372C832-3160-2CCA-2E0E-95935D39EC1B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8BD05CA6-4601-98E4-5BDB-FF5D36C0E5DD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FCCD6D23-E685-57DD-F51C-EA0B7647132C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492D247E-23A8-8C00-4450-8A23474741D8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C73C7C9F-2890-6437-0E19-A62CD83E959F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674BDD67-28F8-1BCE-E128-103D2AF55B46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4953B806-06C1-A362-C751-621CFE17D8C7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ounded Rectangle 189">
                <a:extLst>
                  <a:ext uri="{FF2B5EF4-FFF2-40B4-BE49-F238E27FC236}">
                    <a16:creationId xmlns:a16="http://schemas.microsoft.com/office/drawing/2014/main" id="{0C0A430A-91C0-AF56-9C71-EFD00C5B06EF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EBA50D7E-DD2D-8134-30A4-5220F0560657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3DBDAFE3-9A6C-3556-3B1D-D2E70AC8BEE7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FB792A6D-A100-D6AD-9576-324EEC1DB0B3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E48601B7-B1B8-E34A-DD50-AA2C3DA86BB9}"/>
                </a:ext>
              </a:extLst>
            </p:cNvPr>
            <p:cNvGrpSpPr/>
            <p:nvPr/>
          </p:nvGrpSpPr>
          <p:grpSpPr>
            <a:xfrm>
              <a:off x="6266980" y="2363384"/>
              <a:ext cx="492745" cy="500835"/>
              <a:chOff x="7328452" y="2052044"/>
              <a:chExt cx="728870" cy="777295"/>
            </a:xfrm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010B5AC4-EBEA-D214-8458-522FD30D11B8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43ACD1C-BF9B-9299-2C55-2E3267ED6A2F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EC80E243-87E3-AE62-A10F-296CD5B8D7CB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4DBE1916-4EF2-BCB0-2EFA-DA61F5FE5D12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F4C0B82B-FEB5-2545-5120-3E3141C239DF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60C14D1A-097E-9CDE-34F7-F7390ACD79C7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BE4BB36F-8689-5CB3-B125-FDCD365DFF63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1394E7B1-BE28-2DB4-1D91-C49647B29DF7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ABC7DB71-EE27-FC6E-EEA0-EAE3CA1F5D8D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BDBE3C39-3A8E-68EC-1285-C2788902E19F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ounded Rectangle 175">
                <a:extLst>
                  <a:ext uri="{FF2B5EF4-FFF2-40B4-BE49-F238E27FC236}">
                    <a16:creationId xmlns:a16="http://schemas.microsoft.com/office/drawing/2014/main" id="{2BDAF086-9651-C781-6F87-E8C671C84416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D408394C-1C30-9A73-46E4-4DD2E2889914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45A45574-F6DE-58A5-829C-A5D447003415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98A7C2DA-7BCE-494C-9E29-BF1D61800CA4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6011F009-E936-1DD8-2BF5-F75B60E5EECB}"/>
                </a:ext>
              </a:extLst>
            </p:cNvPr>
            <p:cNvGrpSpPr/>
            <p:nvPr/>
          </p:nvGrpSpPr>
          <p:grpSpPr>
            <a:xfrm>
              <a:off x="6913108" y="2089886"/>
              <a:ext cx="492745" cy="500835"/>
              <a:chOff x="7328452" y="2052044"/>
              <a:chExt cx="728870" cy="777295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99FED0B6-EB16-D9A9-66D2-8A073D802F71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23C7CF66-B7CF-0C5E-6421-3E0BC3E64E67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3EE2109E-9F2A-6E9D-3FD8-6EB10A26213F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67CF6F34-A3DF-9D8E-90C3-5BABD0A79689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3934014-ED2D-BD77-B66A-020DE709346B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2CBDCDBB-E8BB-B594-34AE-1C9DA4595CE3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3962FB6E-9F04-13E1-E16D-F0F28DB24A6E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CE4A306-3FAC-26C7-595B-37743F98B76E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64161CDB-3037-D1E8-0356-D402679B838B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59C66FCE-5932-92EA-9755-854C74AC0EDA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ounded Rectangle 161">
                <a:extLst>
                  <a:ext uri="{FF2B5EF4-FFF2-40B4-BE49-F238E27FC236}">
                    <a16:creationId xmlns:a16="http://schemas.microsoft.com/office/drawing/2014/main" id="{10EEF127-7349-D666-1A95-3BEC0EF6A228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3BFFF317-2F27-6027-F2B6-05227BF2DDFC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D29E46F2-1AB5-91B0-FE29-0D48DDDD0FC0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2BDA5DA-652C-C56A-ABDB-413AEF97CDD0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EA8523C-78BD-731A-AF68-F3250B426373}"/>
              </a:ext>
            </a:extLst>
          </p:cNvPr>
          <p:cNvGrpSpPr/>
          <p:nvPr/>
        </p:nvGrpSpPr>
        <p:grpSpPr>
          <a:xfrm>
            <a:off x="6487927" y="3176130"/>
            <a:ext cx="2451339" cy="831515"/>
            <a:chOff x="6266980" y="2032704"/>
            <a:chExt cx="2451339" cy="831515"/>
          </a:xfrm>
        </p:grpSpPr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C50C102-C018-7DCE-FCAC-B72FA59BD54E}"/>
                </a:ext>
              </a:extLst>
            </p:cNvPr>
            <p:cNvGrpSpPr/>
            <p:nvPr/>
          </p:nvGrpSpPr>
          <p:grpSpPr>
            <a:xfrm>
              <a:off x="7564576" y="2328504"/>
              <a:ext cx="492745" cy="500835"/>
              <a:chOff x="7328452" y="2052044"/>
              <a:chExt cx="728870" cy="777295"/>
            </a:xfrm>
          </p:grpSpPr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F8BF73C5-9378-9836-B2C5-3D52913E8BD7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9C823960-18B6-7AA3-7ABC-55EB95398E8E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38324C98-E5C7-8409-2B55-037202A2C6F3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52C21DE7-2AA4-B7C0-631E-DE3A909F1543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F971893A-4F49-E9C9-F7B2-5D622ECDBF66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93F4B295-596D-70B3-D810-907B7FCEE580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3FA3013A-C53F-9343-4610-60142750A994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58F26CB7-A725-BCDF-387A-15A1D916173F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EA48D553-CF55-6B5E-49A8-408DB2ACC827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849F8906-4454-030B-38BF-2D759D25ECAA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ounded Rectangle 264">
                <a:extLst>
                  <a:ext uri="{FF2B5EF4-FFF2-40B4-BE49-F238E27FC236}">
                    <a16:creationId xmlns:a16="http://schemas.microsoft.com/office/drawing/2014/main" id="{7CCC1272-32AD-34B6-6CCA-1193E8CFF864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3D86C5C0-E1B5-AA58-9570-BA0D73BC4B28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E12B9C86-19F0-39F9-049E-E8275DDC80A1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33A67802-A5FE-814D-7538-AF5160D513CF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E516B8F8-4A76-74A9-985A-1FD15D2972AC}"/>
                </a:ext>
              </a:extLst>
            </p:cNvPr>
            <p:cNvGrpSpPr/>
            <p:nvPr/>
          </p:nvGrpSpPr>
          <p:grpSpPr>
            <a:xfrm>
              <a:off x="8225574" y="2032704"/>
              <a:ext cx="492745" cy="500835"/>
              <a:chOff x="7328452" y="2052044"/>
              <a:chExt cx="728870" cy="777295"/>
            </a:xfrm>
          </p:grpSpPr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189BC1BD-8EEF-5A7E-EBAD-E23C9C9863DE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02DF1DD4-3A5A-F19F-4FAF-B9C41FFD61A9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EFE474EC-2E40-5F43-A38F-53928C0AFD06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69164672-1FAC-EA50-9C96-44F481B4A09D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5C63E814-1356-7483-FB4B-B7DD86CBEBD0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2D01BB0-D4EA-580D-BB9A-D6F95C06CFAA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531EB926-01E9-1F84-4AC8-C4B972AD2830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1DE868C9-A184-390F-9C53-8FF0FF7D2D34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0C3BA73A-DC8F-95FA-DEFD-EDF8B6D2AC96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5B865D14-4142-E782-D3D8-AD0F1B5F03B9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F27AB990-9E21-AA60-C68E-7102D570193B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6E092BF6-4509-21B4-D6C8-B26F203ABD4B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6D5D4BE4-BAF4-665E-4EA9-FB32CF7DE205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D5FEAD85-DABE-9568-D42B-7506647C06CD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E268AB61-5C97-3BE2-5327-AF2A0251AEE4}"/>
                </a:ext>
              </a:extLst>
            </p:cNvPr>
            <p:cNvGrpSpPr/>
            <p:nvPr/>
          </p:nvGrpSpPr>
          <p:grpSpPr>
            <a:xfrm>
              <a:off x="6266980" y="2363384"/>
              <a:ext cx="492745" cy="500835"/>
              <a:chOff x="7328452" y="2052044"/>
              <a:chExt cx="728870" cy="777295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4B48D00E-8CE1-B900-8E96-7F06D2AF0E1A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98A0D29A-E1DD-7DBD-909B-D5D5BC28B38C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DE08387E-507A-50D2-C1AF-299FD4422B42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F10D349A-92E0-8EFF-0139-C48BBEADCB26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60248243-518C-8927-297F-FAB1D609F2C6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D954698-D409-6DC6-F81D-EBE4A4AE2527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1B6F24B9-596A-EBD8-9427-A7E697E0FD69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8884DA0F-D5CA-F13B-1D87-9CF785971053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D87DDC87-0E80-5887-0A94-AC2A58D639DC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4393CE4-8F71-12D1-660F-324A61C0C9E0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ounded Rectangle 236">
                <a:extLst>
                  <a:ext uri="{FF2B5EF4-FFF2-40B4-BE49-F238E27FC236}">
                    <a16:creationId xmlns:a16="http://schemas.microsoft.com/office/drawing/2014/main" id="{FD78E6E7-ADFD-372D-5D42-9AB6594B45C0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60758B54-D8C4-8887-B038-AF39047D00E6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3496D556-90C1-2307-E0B1-741AD2668B70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28DD539E-BA84-9D30-8CD4-CD7884C939DD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3A8A17B-343F-ADD6-40C2-C9FC60018E61}"/>
                </a:ext>
              </a:extLst>
            </p:cNvPr>
            <p:cNvGrpSpPr/>
            <p:nvPr/>
          </p:nvGrpSpPr>
          <p:grpSpPr>
            <a:xfrm>
              <a:off x="6913108" y="2089886"/>
              <a:ext cx="492745" cy="500835"/>
              <a:chOff x="7328452" y="2052044"/>
              <a:chExt cx="728870" cy="777295"/>
            </a:xfrm>
          </p:grpSpPr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FE5B9C3-F280-4949-EBF7-05B940B5DF18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8FA312B2-3149-A6D2-CAF8-32BAD626678A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A588D798-B336-BFB9-D813-8DAD3449909D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90CB5E58-575F-83E0-81E3-475AD77CE77F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E4E840F3-B666-7C5A-ABC5-36B54DECD36F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131D54B9-7F09-0D89-4AC1-DC77836575C7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3911889B-B437-A5CA-BF02-EB9569F2D7B1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03937580-AD9A-6C06-C7BC-130AE721289F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6D231D48-495C-7FD9-F4B3-B20D599B3903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D8CE44-7F09-C415-EE9E-CA63ED20D574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ounded Rectangle 222">
                <a:extLst>
                  <a:ext uri="{FF2B5EF4-FFF2-40B4-BE49-F238E27FC236}">
                    <a16:creationId xmlns:a16="http://schemas.microsoft.com/office/drawing/2014/main" id="{C29E28DD-45B2-D2F8-F7E1-09B4B1E036C7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F5F74B1C-90CE-FCBD-25D4-1D5858BADB73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EC857355-424E-9B21-13CF-D96C722EBD42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5AE09FEB-BA6D-C1D4-B983-480E4A02E334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2F41DBA-64D6-E7A3-FC7E-8C5724DD0295}"/>
              </a:ext>
            </a:extLst>
          </p:cNvPr>
          <p:cNvGrpSpPr/>
          <p:nvPr/>
        </p:nvGrpSpPr>
        <p:grpSpPr>
          <a:xfrm>
            <a:off x="6348756" y="4454625"/>
            <a:ext cx="2451339" cy="831515"/>
            <a:chOff x="6266980" y="2032704"/>
            <a:chExt cx="2451339" cy="831515"/>
          </a:xfrm>
        </p:grpSpPr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FAB07B5F-9154-FA71-991F-A54539DB5815}"/>
                </a:ext>
              </a:extLst>
            </p:cNvPr>
            <p:cNvGrpSpPr/>
            <p:nvPr/>
          </p:nvGrpSpPr>
          <p:grpSpPr>
            <a:xfrm>
              <a:off x="7564576" y="2328504"/>
              <a:ext cx="492745" cy="500835"/>
              <a:chOff x="7328452" y="2052044"/>
              <a:chExt cx="728870" cy="777295"/>
            </a:xfrm>
          </p:grpSpPr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ED8D00EC-35DB-D2C5-909C-96A823DC48E6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EE46C121-9C70-D34D-F5D9-5CE6C5268D53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Oval 317">
                <a:extLst>
                  <a:ext uri="{FF2B5EF4-FFF2-40B4-BE49-F238E27FC236}">
                    <a16:creationId xmlns:a16="http://schemas.microsoft.com/office/drawing/2014/main" id="{CD0275EE-486F-8AFB-1BB0-1ED2799FF5A0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E3409BB0-5EFC-25AB-C3AD-A468EC9EE3FE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3CE2A305-DB7D-7E5C-C783-C5A386816A75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8A091D6B-2061-FA3C-B1AA-50F212EC785D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0C766579-9931-6D37-2271-6D10E1D6855B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F4B9E307-AC4A-2585-B220-DA23BF8712B8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278D47EB-9097-2336-3515-6C271EE6276B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262C7614-808B-39F6-970A-022339C8D985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ounded Rectangle 325">
                <a:extLst>
                  <a:ext uri="{FF2B5EF4-FFF2-40B4-BE49-F238E27FC236}">
                    <a16:creationId xmlns:a16="http://schemas.microsoft.com/office/drawing/2014/main" id="{F9DD15CE-3230-C212-5C91-3E6C8324C1BC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Oval 326">
                <a:extLst>
                  <a:ext uri="{FF2B5EF4-FFF2-40B4-BE49-F238E27FC236}">
                    <a16:creationId xmlns:a16="http://schemas.microsoft.com/office/drawing/2014/main" id="{D606B300-D42A-74F3-4327-176801831433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4D48619D-A46E-3019-9C2A-29A155344DA6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Oval 328">
                <a:extLst>
                  <a:ext uri="{FF2B5EF4-FFF2-40B4-BE49-F238E27FC236}">
                    <a16:creationId xmlns:a16="http://schemas.microsoft.com/office/drawing/2014/main" id="{58B15A5B-CEE1-15A3-C8E4-CB416AC30AD8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8610D0E7-B2F8-740B-FA7C-3E823427A3E4}"/>
                </a:ext>
              </a:extLst>
            </p:cNvPr>
            <p:cNvGrpSpPr/>
            <p:nvPr/>
          </p:nvGrpSpPr>
          <p:grpSpPr>
            <a:xfrm>
              <a:off x="8225574" y="2032704"/>
              <a:ext cx="492745" cy="500835"/>
              <a:chOff x="7328452" y="2052044"/>
              <a:chExt cx="728870" cy="777295"/>
            </a:xfrm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1201D176-63DF-6A4F-D291-1BB36AC1BC70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0BC12505-A8EF-D209-8386-FC2E92821FC0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C2818FF4-BCCF-CD79-FE25-74B39BC3154D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3DB9E720-3EA5-00AB-CB12-4998B031D81F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EA1FDD2C-3562-9753-E46E-28B527D45551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C7B5089D-F25A-7F89-B34B-920E05722000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3DB5899A-667B-21D0-DA25-919BFEB0A781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20351675-85D9-7825-D033-8347DC5F3E85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5549F186-CEE9-D3A6-BE67-86DC5E014E59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D7DBE589-0A0A-C546-307F-D7BFEB9EC766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ounded Rectangle 311">
                <a:extLst>
                  <a:ext uri="{FF2B5EF4-FFF2-40B4-BE49-F238E27FC236}">
                    <a16:creationId xmlns:a16="http://schemas.microsoft.com/office/drawing/2014/main" id="{8CCA631C-DCDF-3EDF-E468-47EBE269FC28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A1C56CA3-F62F-4AE9-6CC4-FCF5E9719992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98D07CE-1834-53EF-39C4-042AF252DCC4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F888857F-2FDE-C735-73F9-8288E34E19D8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A5E50655-5A9C-764F-658D-8CEE6BB94BC4}"/>
                </a:ext>
              </a:extLst>
            </p:cNvPr>
            <p:cNvGrpSpPr/>
            <p:nvPr/>
          </p:nvGrpSpPr>
          <p:grpSpPr>
            <a:xfrm>
              <a:off x="6266980" y="2363384"/>
              <a:ext cx="492745" cy="500835"/>
              <a:chOff x="7328452" y="2052044"/>
              <a:chExt cx="728870" cy="777295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C9B09441-BD35-3E23-4EDA-43F25E79CD11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6F336ABF-08D7-6D5F-03FC-32B0D1F6C38E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A21F9A9-16CB-598C-8699-932F00B19DCD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9F11C435-0597-AD6C-81DA-D570F5721538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1D5DDAA0-78A7-ADA0-68AE-F67AF9BBF881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21277C7E-A944-18DA-562B-A6BF56FBAF18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F122A43C-F048-1163-3983-F7A83871D7C0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03E8E42D-10DA-6CCA-FA0D-3D9F1790D5B1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18B98A37-E61E-A605-4D22-08A35C2AF1B5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2676D71B-5030-BED5-F4DF-15FE116CF933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ounded Rectangle 297">
                <a:extLst>
                  <a:ext uri="{FF2B5EF4-FFF2-40B4-BE49-F238E27FC236}">
                    <a16:creationId xmlns:a16="http://schemas.microsoft.com/office/drawing/2014/main" id="{EB7B1ECE-09DE-08C2-72A9-08066A835904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B860E161-937D-AC0F-8BE2-C98E2A5CED5A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8C79FC7E-C7FC-5C4A-3B76-1DCD373F163F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FA8D647B-1F05-A1F6-93B8-E5CF5CC99116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9D6FEF65-849D-D368-33DC-950940B75D6B}"/>
                </a:ext>
              </a:extLst>
            </p:cNvPr>
            <p:cNvGrpSpPr/>
            <p:nvPr/>
          </p:nvGrpSpPr>
          <p:grpSpPr>
            <a:xfrm>
              <a:off x="6913108" y="2089886"/>
              <a:ext cx="492745" cy="500835"/>
              <a:chOff x="7328452" y="2052044"/>
              <a:chExt cx="728870" cy="777295"/>
            </a:xfrm>
          </p:grpSpPr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FDFCF2D5-B4DE-3946-E9D6-4B69A9726695}"/>
                  </a:ext>
                </a:extLst>
              </p:cNvPr>
              <p:cNvSpPr/>
              <p:nvPr/>
            </p:nvSpPr>
            <p:spPr>
              <a:xfrm>
                <a:off x="7474225" y="2392474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F50FA158-D75A-8042-EFF2-1C13DA8412FE}"/>
                  </a:ext>
                </a:extLst>
              </p:cNvPr>
              <p:cNvSpPr/>
              <p:nvPr/>
            </p:nvSpPr>
            <p:spPr>
              <a:xfrm>
                <a:off x="7593495" y="249849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2174538A-6909-3834-B439-ACF7819FE7D8}"/>
                  </a:ext>
                </a:extLst>
              </p:cNvPr>
              <p:cNvSpPr/>
              <p:nvPr/>
            </p:nvSpPr>
            <p:spPr>
              <a:xfrm>
                <a:off x="7646505" y="263101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3C365A62-FE13-D56C-477A-170AD19DA246}"/>
                  </a:ext>
                </a:extLst>
              </p:cNvPr>
              <p:cNvSpPr/>
              <p:nvPr/>
            </p:nvSpPr>
            <p:spPr>
              <a:xfrm>
                <a:off x="7606749" y="2332842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702F4E20-1822-21BF-A940-0A7EBD782B81}"/>
                  </a:ext>
                </a:extLst>
              </p:cNvPr>
              <p:cNvSpPr/>
              <p:nvPr/>
            </p:nvSpPr>
            <p:spPr>
              <a:xfrm>
                <a:off x="7765775" y="237922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AE0B46DD-0FD8-0CA8-D8F5-F0C4C2AEB156}"/>
                  </a:ext>
                </a:extLst>
              </p:cNvPr>
              <p:cNvSpPr/>
              <p:nvPr/>
            </p:nvSpPr>
            <p:spPr>
              <a:xfrm>
                <a:off x="7500731" y="2107558"/>
                <a:ext cx="106018" cy="105560"/>
              </a:xfrm>
              <a:prstGeom prst="ellipse">
                <a:avLst/>
              </a:prstGeom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E30A60F8-8122-1297-A600-4B1D4215F1C5}"/>
                  </a:ext>
                </a:extLst>
              </p:cNvPr>
              <p:cNvSpPr/>
              <p:nvPr/>
            </p:nvSpPr>
            <p:spPr>
              <a:xfrm>
                <a:off x="7851911" y="2657518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00976AC2-1833-A9FE-621A-B94745904778}"/>
                  </a:ext>
                </a:extLst>
              </p:cNvPr>
              <p:cNvSpPr/>
              <p:nvPr/>
            </p:nvSpPr>
            <p:spPr>
              <a:xfrm>
                <a:off x="7858532" y="248523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FC3D45DD-E343-A11C-2FDF-8FCC58812D16}"/>
                  </a:ext>
                </a:extLst>
              </p:cNvPr>
              <p:cNvSpPr/>
              <p:nvPr/>
            </p:nvSpPr>
            <p:spPr>
              <a:xfrm>
                <a:off x="7381460" y="253162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BCDDB340-F10A-0744-5BF3-14D4346DF684}"/>
                  </a:ext>
                </a:extLst>
              </p:cNvPr>
              <p:cNvSpPr/>
              <p:nvPr/>
            </p:nvSpPr>
            <p:spPr>
              <a:xfrm>
                <a:off x="7467600" y="26508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ounded Rectangle 283">
                <a:extLst>
                  <a:ext uri="{FF2B5EF4-FFF2-40B4-BE49-F238E27FC236}">
                    <a16:creationId xmlns:a16="http://schemas.microsoft.com/office/drawing/2014/main" id="{0748FE16-8826-C0AF-0042-77DCDE28323D}"/>
                  </a:ext>
                </a:extLst>
              </p:cNvPr>
              <p:cNvSpPr/>
              <p:nvPr/>
            </p:nvSpPr>
            <p:spPr>
              <a:xfrm>
                <a:off x="7328452" y="2052044"/>
                <a:ext cx="728870" cy="777295"/>
              </a:xfrm>
              <a:prstGeom prst="roundRect">
                <a:avLst/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0652427B-2A95-4F1D-31B8-CAABC591BEBF}"/>
                  </a:ext>
                </a:extLst>
              </p:cNvPr>
              <p:cNvSpPr/>
              <p:nvPr/>
            </p:nvSpPr>
            <p:spPr>
              <a:xfrm>
                <a:off x="7878417" y="2167194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7448491D-DE1B-333C-CF94-6B49EAA27D34}"/>
                  </a:ext>
                </a:extLst>
              </p:cNvPr>
              <p:cNvSpPr/>
              <p:nvPr/>
            </p:nvSpPr>
            <p:spPr>
              <a:xfrm>
                <a:off x="7726014" y="2107557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086F0169-0F13-060B-6FF7-BAB66452210C}"/>
                  </a:ext>
                </a:extLst>
              </p:cNvPr>
              <p:cNvSpPr/>
              <p:nvPr/>
            </p:nvSpPr>
            <p:spPr>
              <a:xfrm>
                <a:off x="7381466" y="2246706"/>
                <a:ext cx="106018" cy="10556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30" name="Right Brace 329">
            <a:extLst>
              <a:ext uri="{FF2B5EF4-FFF2-40B4-BE49-F238E27FC236}">
                <a16:creationId xmlns:a16="http://schemas.microsoft.com/office/drawing/2014/main" id="{460432D7-BB80-2378-7F0E-058F66EA3F99}"/>
              </a:ext>
            </a:extLst>
          </p:cNvPr>
          <p:cNvSpPr/>
          <p:nvPr/>
        </p:nvSpPr>
        <p:spPr>
          <a:xfrm>
            <a:off x="9973008" y="2438400"/>
            <a:ext cx="281328" cy="1676400"/>
          </a:xfrm>
          <a:prstGeom prst="rightBrace">
            <a:avLst>
              <a:gd name="adj1" fmla="val 34446"/>
              <a:gd name="adj2" fmla="val 5000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ight Brace 330">
            <a:extLst>
              <a:ext uri="{FF2B5EF4-FFF2-40B4-BE49-F238E27FC236}">
                <a16:creationId xmlns:a16="http://schemas.microsoft.com/office/drawing/2014/main" id="{31BA0D71-C819-EF99-C76C-B5E649A8370A}"/>
              </a:ext>
            </a:extLst>
          </p:cNvPr>
          <p:cNvSpPr/>
          <p:nvPr/>
        </p:nvSpPr>
        <p:spPr>
          <a:xfrm>
            <a:off x="9973008" y="4270855"/>
            <a:ext cx="281328" cy="1139345"/>
          </a:xfrm>
          <a:prstGeom prst="rightBrace">
            <a:avLst>
              <a:gd name="adj1" fmla="val 34446"/>
              <a:gd name="adj2" fmla="val 5000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63CF9492-2B54-25BD-0F86-B1B2943443C7}"/>
              </a:ext>
            </a:extLst>
          </p:cNvPr>
          <p:cNvGrpSpPr/>
          <p:nvPr/>
        </p:nvGrpSpPr>
        <p:grpSpPr>
          <a:xfrm>
            <a:off x="152400" y="-85895"/>
            <a:ext cx="3025464" cy="326971"/>
            <a:chOff x="2262559" y="1143000"/>
            <a:chExt cx="3025464" cy="326971"/>
          </a:xfrm>
        </p:grpSpPr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EF36F06E-6761-3C40-49A5-8C739F11160D}"/>
                </a:ext>
              </a:extLst>
            </p:cNvPr>
            <p:cNvSpPr/>
            <p:nvPr/>
          </p:nvSpPr>
          <p:spPr>
            <a:xfrm>
              <a:off x="2262559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767D0054-C709-A35C-31D3-7F1B805CBD2D}"/>
                </a:ext>
              </a:extLst>
            </p:cNvPr>
            <p:cNvSpPr/>
            <p:nvPr/>
          </p:nvSpPr>
          <p:spPr>
            <a:xfrm>
              <a:off x="2640742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BFFF3475-6B05-8B76-B682-722E0AE58B9B}"/>
                </a:ext>
              </a:extLst>
            </p:cNvPr>
            <p:cNvSpPr/>
            <p:nvPr/>
          </p:nvSpPr>
          <p:spPr>
            <a:xfrm>
              <a:off x="3018925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045EFF63-6FAA-ADFE-921F-E49B4E4D08E1}"/>
                </a:ext>
              </a:extLst>
            </p:cNvPr>
            <p:cNvSpPr/>
            <p:nvPr/>
          </p:nvSpPr>
          <p:spPr>
            <a:xfrm>
              <a:off x="3397108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AF089150-663E-2FC5-3259-11399F05AF65}"/>
                </a:ext>
              </a:extLst>
            </p:cNvPr>
            <p:cNvSpPr/>
            <p:nvPr/>
          </p:nvSpPr>
          <p:spPr>
            <a:xfrm>
              <a:off x="3775291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8B4B4028-995D-3173-B72C-42589173910D}"/>
                </a:ext>
              </a:extLst>
            </p:cNvPr>
            <p:cNvSpPr/>
            <p:nvPr/>
          </p:nvSpPr>
          <p:spPr>
            <a:xfrm>
              <a:off x="4153474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321F26FB-BDC1-25EB-1F75-2F8D57347975}"/>
                </a:ext>
              </a:extLst>
            </p:cNvPr>
            <p:cNvSpPr/>
            <p:nvPr/>
          </p:nvSpPr>
          <p:spPr>
            <a:xfrm>
              <a:off x="4531657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36F65BDA-AD83-62B6-9A7F-402DDF4CD82F}"/>
                </a:ext>
              </a:extLst>
            </p:cNvPr>
            <p:cNvSpPr/>
            <p:nvPr/>
          </p:nvSpPr>
          <p:spPr>
            <a:xfrm>
              <a:off x="4909840" y="1143000"/>
              <a:ext cx="378183" cy="326971"/>
            </a:xfrm>
            <a:prstGeom prst="rect">
              <a:avLst/>
            </a:prstGeom>
            <a:noFill/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BAF7604-824B-E537-97D7-EBEB87E77BD8}"/>
              </a:ext>
            </a:extLst>
          </p:cNvPr>
          <p:cNvGrpSpPr/>
          <p:nvPr/>
        </p:nvGrpSpPr>
        <p:grpSpPr>
          <a:xfrm rot="4579657" flipV="1">
            <a:off x="758873" y="1946538"/>
            <a:ext cx="1917555" cy="232083"/>
            <a:chOff x="2248227" y="1685644"/>
            <a:chExt cx="3390265" cy="451439"/>
          </a:xfrm>
        </p:grpSpPr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23111A18-690B-3B37-C28A-6D3D7804D87F}"/>
                </a:ext>
              </a:extLst>
            </p:cNvPr>
            <p:cNvSpPr/>
            <p:nvPr/>
          </p:nvSpPr>
          <p:spPr>
            <a:xfrm>
              <a:off x="2248227" y="1685644"/>
              <a:ext cx="3390265" cy="336552"/>
            </a:xfrm>
            <a:custGeom>
              <a:avLst/>
              <a:gdLst>
                <a:gd name="connsiteX0" fmla="*/ 0 w 1917555"/>
                <a:gd name="connsiteY0" fmla="*/ 0 h 173020"/>
                <a:gd name="connsiteX1" fmla="*/ 215495 w 1917555"/>
                <a:gd name="connsiteY1" fmla="*/ 173018 h 173020"/>
                <a:gd name="connsiteX2" fmla="*/ 429196 w 1917555"/>
                <a:gd name="connsiteY2" fmla="*/ 3264 h 173020"/>
                <a:gd name="connsiteX3" fmla="*/ 642896 w 1917555"/>
                <a:gd name="connsiteY3" fmla="*/ 169754 h 173020"/>
                <a:gd name="connsiteX4" fmla="*/ 858392 w 1917555"/>
                <a:gd name="connsiteY4" fmla="*/ 8161 h 173020"/>
                <a:gd name="connsiteX5" fmla="*/ 1073888 w 1917555"/>
                <a:gd name="connsiteY5" fmla="*/ 171386 h 173020"/>
                <a:gd name="connsiteX6" fmla="*/ 1283996 w 1917555"/>
                <a:gd name="connsiteY6" fmla="*/ 4896 h 173020"/>
                <a:gd name="connsiteX7" fmla="*/ 1497697 w 1917555"/>
                <a:gd name="connsiteY7" fmla="*/ 173018 h 173020"/>
                <a:gd name="connsiteX8" fmla="*/ 1714988 w 1917555"/>
                <a:gd name="connsiteY8" fmla="*/ 6529 h 173020"/>
                <a:gd name="connsiteX9" fmla="*/ 1917555 w 1917555"/>
                <a:gd name="connsiteY9" fmla="*/ 161266 h 17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17555" h="173020" extrusionOk="0">
                  <a:moveTo>
                    <a:pt x="0" y="0"/>
                  </a:moveTo>
                  <a:cubicBezTo>
                    <a:pt x="83195" y="104040"/>
                    <a:pt x="131278" y="177236"/>
                    <a:pt x="215495" y="173018"/>
                  </a:cubicBezTo>
                  <a:cubicBezTo>
                    <a:pt x="306855" y="177736"/>
                    <a:pt x="350667" y="4040"/>
                    <a:pt x="429196" y="3264"/>
                  </a:cubicBezTo>
                  <a:cubicBezTo>
                    <a:pt x="498387" y="4714"/>
                    <a:pt x="568440" y="185094"/>
                    <a:pt x="642896" y="169754"/>
                  </a:cubicBezTo>
                  <a:cubicBezTo>
                    <a:pt x="695551" y="160241"/>
                    <a:pt x="793464" y="11188"/>
                    <a:pt x="858392" y="8161"/>
                  </a:cubicBezTo>
                  <a:cubicBezTo>
                    <a:pt x="947084" y="10433"/>
                    <a:pt x="1011444" y="154457"/>
                    <a:pt x="1073888" y="171386"/>
                  </a:cubicBezTo>
                  <a:cubicBezTo>
                    <a:pt x="1125210" y="167839"/>
                    <a:pt x="1205469" y="12055"/>
                    <a:pt x="1283996" y="4896"/>
                  </a:cubicBezTo>
                  <a:cubicBezTo>
                    <a:pt x="1353686" y="-3848"/>
                    <a:pt x="1423909" y="175465"/>
                    <a:pt x="1497697" y="173018"/>
                  </a:cubicBezTo>
                  <a:cubicBezTo>
                    <a:pt x="1579381" y="178805"/>
                    <a:pt x="1651883" y="7995"/>
                    <a:pt x="1714988" y="6529"/>
                  </a:cubicBezTo>
                  <a:cubicBezTo>
                    <a:pt x="1780531" y="6025"/>
                    <a:pt x="1802186" y="18826"/>
                    <a:pt x="1917555" y="161266"/>
                  </a:cubicBezTo>
                </a:path>
              </a:pathLst>
            </a:custGeom>
            <a:noFill/>
            <a:ln w="6350" cmpd="dbl">
              <a:solidFill>
                <a:schemeClr val="accent6">
                  <a:lumMod val="60000"/>
                  <a:lumOff val="40000"/>
                </a:schemeClr>
              </a:solidFill>
              <a:prstDash val="lgDash"/>
              <a:headEnd type="stealth" w="sm" len="sm"/>
              <a:tailEnd type="stealth" w="sm" len="sm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70190 w 3739066"/>
                        <a:gd name="connsiteY0" fmla="*/ 0 h 339740"/>
                        <a:gd name="connsiteX1" fmla="*/ 551190 w 3739066"/>
                        <a:gd name="connsiteY1" fmla="*/ 336550 h 339740"/>
                        <a:gd name="connsiteX2" fmla="*/ 929015 w 3739066"/>
                        <a:gd name="connsiteY2" fmla="*/ 6350 h 339740"/>
                        <a:gd name="connsiteX3" fmla="*/ 1306840 w 3739066"/>
                        <a:gd name="connsiteY3" fmla="*/ 330200 h 339740"/>
                        <a:gd name="connsiteX4" fmla="*/ 1687840 w 3739066"/>
                        <a:gd name="connsiteY4" fmla="*/ 15875 h 339740"/>
                        <a:gd name="connsiteX5" fmla="*/ 2068840 w 3739066"/>
                        <a:gd name="connsiteY5" fmla="*/ 333375 h 339740"/>
                        <a:gd name="connsiteX6" fmla="*/ 2440315 w 3739066"/>
                        <a:gd name="connsiteY6" fmla="*/ 9525 h 339740"/>
                        <a:gd name="connsiteX7" fmla="*/ 2818140 w 3739066"/>
                        <a:gd name="connsiteY7" fmla="*/ 336550 h 339740"/>
                        <a:gd name="connsiteX8" fmla="*/ 3202315 w 3739066"/>
                        <a:gd name="connsiteY8" fmla="*/ 12700 h 339740"/>
                        <a:gd name="connsiteX9" fmla="*/ 3564265 w 3739066"/>
                        <a:gd name="connsiteY9" fmla="*/ 339725 h 339740"/>
                        <a:gd name="connsiteX10" fmla="*/ 170190 w 3739066"/>
                        <a:gd name="connsiteY10" fmla="*/ 0 h 339740"/>
                        <a:gd name="connsiteX0" fmla="*/ 170190 w 3780528"/>
                        <a:gd name="connsiteY0" fmla="*/ 0 h 431165"/>
                        <a:gd name="connsiteX1" fmla="*/ 551190 w 3780528"/>
                        <a:gd name="connsiteY1" fmla="*/ 336550 h 431165"/>
                        <a:gd name="connsiteX2" fmla="*/ 929015 w 3780528"/>
                        <a:gd name="connsiteY2" fmla="*/ 6350 h 431165"/>
                        <a:gd name="connsiteX3" fmla="*/ 1306840 w 3780528"/>
                        <a:gd name="connsiteY3" fmla="*/ 330200 h 431165"/>
                        <a:gd name="connsiteX4" fmla="*/ 1687840 w 3780528"/>
                        <a:gd name="connsiteY4" fmla="*/ 15875 h 431165"/>
                        <a:gd name="connsiteX5" fmla="*/ 2068840 w 3780528"/>
                        <a:gd name="connsiteY5" fmla="*/ 333375 h 431165"/>
                        <a:gd name="connsiteX6" fmla="*/ 2440315 w 3780528"/>
                        <a:gd name="connsiteY6" fmla="*/ 9525 h 431165"/>
                        <a:gd name="connsiteX7" fmla="*/ 2818140 w 3780528"/>
                        <a:gd name="connsiteY7" fmla="*/ 336550 h 431165"/>
                        <a:gd name="connsiteX8" fmla="*/ 3202315 w 3780528"/>
                        <a:gd name="connsiteY8" fmla="*/ 12700 h 431165"/>
                        <a:gd name="connsiteX9" fmla="*/ 3655705 w 3780528"/>
                        <a:gd name="connsiteY9" fmla="*/ 431165 h 431165"/>
                        <a:gd name="connsiteX0" fmla="*/ 0 w 3610338"/>
                        <a:gd name="connsiteY0" fmla="*/ 0 h 431165"/>
                        <a:gd name="connsiteX1" fmla="*/ 381000 w 3610338"/>
                        <a:gd name="connsiteY1" fmla="*/ 336550 h 431165"/>
                        <a:gd name="connsiteX2" fmla="*/ 758825 w 3610338"/>
                        <a:gd name="connsiteY2" fmla="*/ 6350 h 431165"/>
                        <a:gd name="connsiteX3" fmla="*/ 1136650 w 3610338"/>
                        <a:gd name="connsiteY3" fmla="*/ 330200 h 431165"/>
                        <a:gd name="connsiteX4" fmla="*/ 1517650 w 3610338"/>
                        <a:gd name="connsiteY4" fmla="*/ 15875 h 431165"/>
                        <a:gd name="connsiteX5" fmla="*/ 1898650 w 3610338"/>
                        <a:gd name="connsiteY5" fmla="*/ 333375 h 431165"/>
                        <a:gd name="connsiteX6" fmla="*/ 2270125 w 3610338"/>
                        <a:gd name="connsiteY6" fmla="*/ 9525 h 431165"/>
                        <a:gd name="connsiteX7" fmla="*/ 2647950 w 3610338"/>
                        <a:gd name="connsiteY7" fmla="*/ 336550 h 431165"/>
                        <a:gd name="connsiteX8" fmla="*/ 3032125 w 3610338"/>
                        <a:gd name="connsiteY8" fmla="*/ 12700 h 431165"/>
                        <a:gd name="connsiteX9" fmla="*/ 3485515 w 3610338"/>
                        <a:gd name="connsiteY9" fmla="*/ 431165 h 431165"/>
                        <a:gd name="connsiteX0" fmla="*/ 0 w 3485515"/>
                        <a:gd name="connsiteY0" fmla="*/ 0 h 431165"/>
                        <a:gd name="connsiteX1" fmla="*/ 381000 w 3485515"/>
                        <a:gd name="connsiteY1" fmla="*/ 336550 h 431165"/>
                        <a:gd name="connsiteX2" fmla="*/ 758825 w 3485515"/>
                        <a:gd name="connsiteY2" fmla="*/ 6350 h 431165"/>
                        <a:gd name="connsiteX3" fmla="*/ 1136650 w 3485515"/>
                        <a:gd name="connsiteY3" fmla="*/ 330200 h 431165"/>
                        <a:gd name="connsiteX4" fmla="*/ 1517650 w 3485515"/>
                        <a:gd name="connsiteY4" fmla="*/ 15875 h 431165"/>
                        <a:gd name="connsiteX5" fmla="*/ 1898650 w 3485515"/>
                        <a:gd name="connsiteY5" fmla="*/ 333375 h 431165"/>
                        <a:gd name="connsiteX6" fmla="*/ 2270125 w 3485515"/>
                        <a:gd name="connsiteY6" fmla="*/ 9525 h 431165"/>
                        <a:gd name="connsiteX7" fmla="*/ 2647950 w 3485515"/>
                        <a:gd name="connsiteY7" fmla="*/ 336550 h 431165"/>
                        <a:gd name="connsiteX8" fmla="*/ 3032125 w 3485515"/>
                        <a:gd name="connsiteY8" fmla="*/ 12700 h 431165"/>
                        <a:gd name="connsiteX9" fmla="*/ 3485515 w 3485515"/>
                        <a:gd name="connsiteY9" fmla="*/ 431165 h 431165"/>
                        <a:gd name="connsiteX0" fmla="*/ 0 w 3415665"/>
                        <a:gd name="connsiteY0" fmla="*/ 0 h 336552"/>
                        <a:gd name="connsiteX1" fmla="*/ 381000 w 3415665"/>
                        <a:gd name="connsiteY1" fmla="*/ 336550 h 336552"/>
                        <a:gd name="connsiteX2" fmla="*/ 758825 w 3415665"/>
                        <a:gd name="connsiteY2" fmla="*/ 6350 h 336552"/>
                        <a:gd name="connsiteX3" fmla="*/ 1136650 w 3415665"/>
                        <a:gd name="connsiteY3" fmla="*/ 330200 h 336552"/>
                        <a:gd name="connsiteX4" fmla="*/ 1517650 w 3415665"/>
                        <a:gd name="connsiteY4" fmla="*/ 15875 h 336552"/>
                        <a:gd name="connsiteX5" fmla="*/ 1898650 w 3415665"/>
                        <a:gd name="connsiteY5" fmla="*/ 333375 h 336552"/>
                        <a:gd name="connsiteX6" fmla="*/ 2270125 w 3415665"/>
                        <a:gd name="connsiteY6" fmla="*/ 9525 h 336552"/>
                        <a:gd name="connsiteX7" fmla="*/ 2647950 w 3415665"/>
                        <a:gd name="connsiteY7" fmla="*/ 336550 h 336552"/>
                        <a:gd name="connsiteX8" fmla="*/ 3032125 w 3415665"/>
                        <a:gd name="connsiteY8" fmla="*/ 12700 h 336552"/>
                        <a:gd name="connsiteX9" fmla="*/ 3415665 w 3415665"/>
                        <a:gd name="connsiteY9" fmla="*/ 329565 h 336552"/>
                        <a:gd name="connsiteX0" fmla="*/ 0 w 3425190"/>
                        <a:gd name="connsiteY0" fmla="*/ 0 h 361315"/>
                        <a:gd name="connsiteX1" fmla="*/ 381000 w 3425190"/>
                        <a:gd name="connsiteY1" fmla="*/ 336550 h 361315"/>
                        <a:gd name="connsiteX2" fmla="*/ 758825 w 3425190"/>
                        <a:gd name="connsiteY2" fmla="*/ 6350 h 361315"/>
                        <a:gd name="connsiteX3" fmla="*/ 1136650 w 3425190"/>
                        <a:gd name="connsiteY3" fmla="*/ 330200 h 361315"/>
                        <a:gd name="connsiteX4" fmla="*/ 1517650 w 3425190"/>
                        <a:gd name="connsiteY4" fmla="*/ 15875 h 361315"/>
                        <a:gd name="connsiteX5" fmla="*/ 1898650 w 3425190"/>
                        <a:gd name="connsiteY5" fmla="*/ 333375 h 361315"/>
                        <a:gd name="connsiteX6" fmla="*/ 2270125 w 3425190"/>
                        <a:gd name="connsiteY6" fmla="*/ 9525 h 361315"/>
                        <a:gd name="connsiteX7" fmla="*/ 2647950 w 3425190"/>
                        <a:gd name="connsiteY7" fmla="*/ 336550 h 361315"/>
                        <a:gd name="connsiteX8" fmla="*/ 3032125 w 3425190"/>
                        <a:gd name="connsiteY8" fmla="*/ 12700 h 361315"/>
                        <a:gd name="connsiteX9" fmla="*/ 3425190 w 3425190"/>
                        <a:gd name="connsiteY9" fmla="*/ 361315 h 361315"/>
                        <a:gd name="connsiteX0" fmla="*/ 0 w 3425190"/>
                        <a:gd name="connsiteY0" fmla="*/ 0 h 361315"/>
                        <a:gd name="connsiteX1" fmla="*/ 381000 w 3425190"/>
                        <a:gd name="connsiteY1" fmla="*/ 336550 h 361315"/>
                        <a:gd name="connsiteX2" fmla="*/ 758825 w 3425190"/>
                        <a:gd name="connsiteY2" fmla="*/ 6350 h 361315"/>
                        <a:gd name="connsiteX3" fmla="*/ 1136650 w 3425190"/>
                        <a:gd name="connsiteY3" fmla="*/ 330200 h 361315"/>
                        <a:gd name="connsiteX4" fmla="*/ 1517650 w 3425190"/>
                        <a:gd name="connsiteY4" fmla="*/ 15875 h 361315"/>
                        <a:gd name="connsiteX5" fmla="*/ 1898650 w 3425190"/>
                        <a:gd name="connsiteY5" fmla="*/ 333375 h 361315"/>
                        <a:gd name="connsiteX6" fmla="*/ 2270125 w 3425190"/>
                        <a:gd name="connsiteY6" fmla="*/ 9525 h 361315"/>
                        <a:gd name="connsiteX7" fmla="*/ 2647950 w 3425190"/>
                        <a:gd name="connsiteY7" fmla="*/ 336550 h 361315"/>
                        <a:gd name="connsiteX8" fmla="*/ 3032125 w 3425190"/>
                        <a:gd name="connsiteY8" fmla="*/ 12700 h 361315"/>
                        <a:gd name="connsiteX9" fmla="*/ 3425190 w 3425190"/>
                        <a:gd name="connsiteY9" fmla="*/ 361315 h 361315"/>
                        <a:gd name="connsiteX0" fmla="*/ 0 w 3390265"/>
                        <a:gd name="connsiteY0" fmla="*/ 0 h 336552"/>
                        <a:gd name="connsiteX1" fmla="*/ 381000 w 3390265"/>
                        <a:gd name="connsiteY1" fmla="*/ 336550 h 336552"/>
                        <a:gd name="connsiteX2" fmla="*/ 758825 w 3390265"/>
                        <a:gd name="connsiteY2" fmla="*/ 6350 h 336552"/>
                        <a:gd name="connsiteX3" fmla="*/ 1136650 w 3390265"/>
                        <a:gd name="connsiteY3" fmla="*/ 330200 h 336552"/>
                        <a:gd name="connsiteX4" fmla="*/ 1517650 w 3390265"/>
                        <a:gd name="connsiteY4" fmla="*/ 15875 h 336552"/>
                        <a:gd name="connsiteX5" fmla="*/ 1898650 w 3390265"/>
                        <a:gd name="connsiteY5" fmla="*/ 333375 h 336552"/>
                        <a:gd name="connsiteX6" fmla="*/ 2270125 w 3390265"/>
                        <a:gd name="connsiteY6" fmla="*/ 9525 h 336552"/>
                        <a:gd name="connsiteX7" fmla="*/ 2647950 w 3390265"/>
                        <a:gd name="connsiteY7" fmla="*/ 336550 h 336552"/>
                        <a:gd name="connsiteX8" fmla="*/ 3032125 w 3390265"/>
                        <a:gd name="connsiteY8" fmla="*/ 12700 h 336552"/>
                        <a:gd name="connsiteX9" fmla="*/ 3390265 w 3390265"/>
                        <a:gd name="connsiteY9" fmla="*/ 313690 h 3365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390265" h="336552">
                          <a:moveTo>
                            <a:pt x="0" y="0"/>
                          </a:moveTo>
                          <a:cubicBezTo>
                            <a:pt x="170921" y="218546"/>
                            <a:pt x="254529" y="335492"/>
                            <a:pt x="381000" y="336550"/>
                          </a:cubicBezTo>
                          <a:cubicBezTo>
                            <a:pt x="507471" y="337608"/>
                            <a:pt x="632883" y="7408"/>
                            <a:pt x="758825" y="6350"/>
                          </a:cubicBezTo>
                          <a:cubicBezTo>
                            <a:pt x="884767" y="5292"/>
                            <a:pt x="1010179" y="328613"/>
                            <a:pt x="1136650" y="330200"/>
                          </a:cubicBezTo>
                          <a:cubicBezTo>
                            <a:pt x="1263121" y="331788"/>
                            <a:pt x="1390650" y="15346"/>
                            <a:pt x="1517650" y="15875"/>
                          </a:cubicBezTo>
                          <a:cubicBezTo>
                            <a:pt x="1644650" y="16404"/>
                            <a:pt x="1773238" y="334433"/>
                            <a:pt x="1898650" y="333375"/>
                          </a:cubicBezTo>
                          <a:cubicBezTo>
                            <a:pt x="2024063" y="332317"/>
                            <a:pt x="2145242" y="8996"/>
                            <a:pt x="2270125" y="9525"/>
                          </a:cubicBezTo>
                          <a:cubicBezTo>
                            <a:pt x="2395008" y="10054"/>
                            <a:pt x="2520950" y="336021"/>
                            <a:pt x="2647950" y="336550"/>
                          </a:cubicBezTo>
                          <a:cubicBezTo>
                            <a:pt x="2774950" y="337079"/>
                            <a:pt x="2907771" y="12171"/>
                            <a:pt x="3032125" y="12700"/>
                          </a:cubicBezTo>
                          <a:cubicBezTo>
                            <a:pt x="3156479" y="13229"/>
                            <a:pt x="3180292" y="31221"/>
                            <a:pt x="3390265" y="31369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CAA8F23C-85A3-E4D6-1FE6-3C9F9CACC21F}"/>
                </a:ext>
              </a:extLst>
            </p:cNvPr>
            <p:cNvSpPr/>
            <p:nvPr/>
          </p:nvSpPr>
          <p:spPr>
            <a:xfrm>
              <a:off x="2248227" y="1744141"/>
              <a:ext cx="3390265" cy="336552"/>
            </a:xfrm>
            <a:custGeom>
              <a:avLst/>
              <a:gdLst>
                <a:gd name="connsiteX0" fmla="*/ 0 w 1917555"/>
                <a:gd name="connsiteY0" fmla="*/ 0 h 173020"/>
                <a:gd name="connsiteX1" fmla="*/ 215495 w 1917555"/>
                <a:gd name="connsiteY1" fmla="*/ 173018 h 173020"/>
                <a:gd name="connsiteX2" fmla="*/ 429196 w 1917555"/>
                <a:gd name="connsiteY2" fmla="*/ 3264 h 173020"/>
                <a:gd name="connsiteX3" fmla="*/ 642896 w 1917555"/>
                <a:gd name="connsiteY3" fmla="*/ 169754 h 173020"/>
                <a:gd name="connsiteX4" fmla="*/ 858392 w 1917555"/>
                <a:gd name="connsiteY4" fmla="*/ 8161 h 173020"/>
                <a:gd name="connsiteX5" fmla="*/ 1073888 w 1917555"/>
                <a:gd name="connsiteY5" fmla="*/ 171386 h 173020"/>
                <a:gd name="connsiteX6" fmla="*/ 1283996 w 1917555"/>
                <a:gd name="connsiteY6" fmla="*/ 4896 h 173020"/>
                <a:gd name="connsiteX7" fmla="*/ 1497697 w 1917555"/>
                <a:gd name="connsiteY7" fmla="*/ 173018 h 173020"/>
                <a:gd name="connsiteX8" fmla="*/ 1714988 w 1917555"/>
                <a:gd name="connsiteY8" fmla="*/ 6529 h 173020"/>
                <a:gd name="connsiteX9" fmla="*/ 1917555 w 1917555"/>
                <a:gd name="connsiteY9" fmla="*/ 161266 h 17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17555" h="173020" extrusionOk="0">
                  <a:moveTo>
                    <a:pt x="0" y="0"/>
                  </a:moveTo>
                  <a:cubicBezTo>
                    <a:pt x="83195" y="104040"/>
                    <a:pt x="131278" y="177236"/>
                    <a:pt x="215495" y="173018"/>
                  </a:cubicBezTo>
                  <a:cubicBezTo>
                    <a:pt x="306855" y="177736"/>
                    <a:pt x="350667" y="4040"/>
                    <a:pt x="429196" y="3264"/>
                  </a:cubicBezTo>
                  <a:cubicBezTo>
                    <a:pt x="498387" y="4714"/>
                    <a:pt x="568440" y="185094"/>
                    <a:pt x="642896" y="169754"/>
                  </a:cubicBezTo>
                  <a:cubicBezTo>
                    <a:pt x="695551" y="160241"/>
                    <a:pt x="793464" y="11188"/>
                    <a:pt x="858392" y="8161"/>
                  </a:cubicBezTo>
                  <a:cubicBezTo>
                    <a:pt x="947084" y="10433"/>
                    <a:pt x="1011444" y="154457"/>
                    <a:pt x="1073888" y="171386"/>
                  </a:cubicBezTo>
                  <a:cubicBezTo>
                    <a:pt x="1125210" y="167839"/>
                    <a:pt x="1205469" y="12055"/>
                    <a:pt x="1283996" y="4896"/>
                  </a:cubicBezTo>
                  <a:cubicBezTo>
                    <a:pt x="1353686" y="-3848"/>
                    <a:pt x="1423909" y="175465"/>
                    <a:pt x="1497697" y="173018"/>
                  </a:cubicBezTo>
                  <a:cubicBezTo>
                    <a:pt x="1579381" y="178805"/>
                    <a:pt x="1651883" y="7995"/>
                    <a:pt x="1714988" y="6529"/>
                  </a:cubicBezTo>
                  <a:cubicBezTo>
                    <a:pt x="1780531" y="6025"/>
                    <a:pt x="1802186" y="18826"/>
                    <a:pt x="1917555" y="161266"/>
                  </a:cubicBezTo>
                </a:path>
              </a:pathLst>
            </a:custGeom>
            <a:noFill/>
            <a:ln w="6350" cmpd="dbl">
              <a:solidFill>
                <a:schemeClr val="accent6">
                  <a:lumMod val="60000"/>
                  <a:lumOff val="40000"/>
                </a:schemeClr>
              </a:solidFill>
              <a:prstDash val="lgDash"/>
              <a:headEnd type="stealth" w="sm" len="sm"/>
              <a:tailEnd type="stealth" w="sm" len="sm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70190 w 3739066"/>
                        <a:gd name="connsiteY0" fmla="*/ 0 h 339740"/>
                        <a:gd name="connsiteX1" fmla="*/ 551190 w 3739066"/>
                        <a:gd name="connsiteY1" fmla="*/ 336550 h 339740"/>
                        <a:gd name="connsiteX2" fmla="*/ 929015 w 3739066"/>
                        <a:gd name="connsiteY2" fmla="*/ 6350 h 339740"/>
                        <a:gd name="connsiteX3" fmla="*/ 1306840 w 3739066"/>
                        <a:gd name="connsiteY3" fmla="*/ 330200 h 339740"/>
                        <a:gd name="connsiteX4" fmla="*/ 1687840 w 3739066"/>
                        <a:gd name="connsiteY4" fmla="*/ 15875 h 339740"/>
                        <a:gd name="connsiteX5" fmla="*/ 2068840 w 3739066"/>
                        <a:gd name="connsiteY5" fmla="*/ 333375 h 339740"/>
                        <a:gd name="connsiteX6" fmla="*/ 2440315 w 3739066"/>
                        <a:gd name="connsiteY6" fmla="*/ 9525 h 339740"/>
                        <a:gd name="connsiteX7" fmla="*/ 2818140 w 3739066"/>
                        <a:gd name="connsiteY7" fmla="*/ 336550 h 339740"/>
                        <a:gd name="connsiteX8" fmla="*/ 3202315 w 3739066"/>
                        <a:gd name="connsiteY8" fmla="*/ 12700 h 339740"/>
                        <a:gd name="connsiteX9" fmla="*/ 3564265 w 3739066"/>
                        <a:gd name="connsiteY9" fmla="*/ 339725 h 339740"/>
                        <a:gd name="connsiteX10" fmla="*/ 170190 w 3739066"/>
                        <a:gd name="connsiteY10" fmla="*/ 0 h 339740"/>
                        <a:gd name="connsiteX0" fmla="*/ 170190 w 3780528"/>
                        <a:gd name="connsiteY0" fmla="*/ 0 h 431165"/>
                        <a:gd name="connsiteX1" fmla="*/ 551190 w 3780528"/>
                        <a:gd name="connsiteY1" fmla="*/ 336550 h 431165"/>
                        <a:gd name="connsiteX2" fmla="*/ 929015 w 3780528"/>
                        <a:gd name="connsiteY2" fmla="*/ 6350 h 431165"/>
                        <a:gd name="connsiteX3" fmla="*/ 1306840 w 3780528"/>
                        <a:gd name="connsiteY3" fmla="*/ 330200 h 431165"/>
                        <a:gd name="connsiteX4" fmla="*/ 1687840 w 3780528"/>
                        <a:gd name="connsiteY4" fmla="*/ 15875 h 431165"/>
                        <a:gd name="connsiteX5" fmla="*/ 2068840 w 3780528"/>
                        <a:gd name="connsiteY5" fmla="*/ 333375 h 431165"/>
                        <a:gd name="connsiteX6" fmla="*/ 2440315 w 3780528"/>
                        <a:gd name="connsiteY6" fmla="*/ 9525 h 431165"/>
                        <a:gd name="connsiteX7" fmla="*/ 2818140 w 3780528"/>
                        <a:gd name="connsiteY7" fmla="*/ 336550 h 431165"/>
                        <a:gd name="connsiteX8" fmla="*/ 3202315 w 3780528"/>
                        <a:gd name="connsiteY8" fmla="*/ 12700 h 431165"/>
                        <a:gd name="connsiteX9" fmla="*/ 3655705 w 3780528"/>
                        <a:gd name="connsiteY9" fmla="*/ 431165 h 431165"/>
                        <a:gd name="connsiteX0" fmla="*/ 0 w 3610338"/>
                        <a:gd name="connsiteY0" fmla="*/ 0 h 431165"/>
                        <a:gd name="connsiteX1" fmla="*/ 381000 w 3610338"/>
                        <a:gd name="connsiteY1" fmla="*/ 336550 h 431165"/>
                        <a:gd name="connsiteX2" fmla="*/ 758825 w 3610338"/>
                        <a:gd name="connsiteY2" fmla="*/ 6350 h 431165"/>
                        <a:gd name="connsiteX3" fmla="*/ 1136650 w 3610338"/>
                        <a:gd name="connsiteY3" fmla="*/ 330200 h 431165"/>
                        <a:gd name="connsiteX4" fmla="*/ 1517650 w 3610338"/>
                        <a:gd name="connsiteY4" fmla="*/ 15875 h 431165"/>
                        <a:gd name="connsiteX5" fmla="*/ 1898650 w 3610338"/>
                        <a:gd name="connsiteY5" fmla="*/ 333375 h 431165"/>
                        <a:gd name="connsiteX6" fmla="*/ 2270125 w 3610338"/>
                        <a:gd name="connsiteY6" fmla="*/ 9525 h 431165"/>
                        <a:gd name="connsiteX7" fmla="*/ 2647950 w 3610338"/>
                        <a:gd name="connsiteY7" fmla="*/ 336550 h 431165"/>
                        <a:gd name="connsiteX8" fmla="*/ 3032125 w 3610338"/>
                        <a:gd name="connsiteY8" fmla="*/ 12700 h 431165"/>
                        <a:gd name="connsiteX9" fmla="*/ 3485515 w 3610338"/>
                        <a:gd name="connsiteY9" fmla="*/ 431165 h 431165"/>
                        <a:gd name="connsiteX0" fmla="*/ 0 w 3485515"/>
                        <a:gd name="connsiteY0" fmla="*/ 0 h 431165"/>
                        <a:gd name="connsiteX1" fmla="*/ 381000 w 3485515"/>
                        <a:gd name="connsiteY1" fmla="*/ 336550 h 431165"/>
                        <a:gd name="connsiteX2" fmla="*/ 758825 w 3485515"/>
                        <a:gd name="connsiteY2" fmla="*/ 6350 h 431165"/>
                        <a:gd name="connsiteX3" fmla="*/ 1136650 w 3485515"/>
                        <a:gd name="connsiteY3" fmla="*/ 330200 h 431165"/>
                        <a:gd name="connsiteX4" fmla="*/ 1517650 w 3485515"/>
                        <a:gd name="connsiteY4" fmla="*/ 15875 h 431165"/>
                        <a:gd name="connsiteX5" fmla="*/ 1898650 w 3485515"/>
                        <a:gd name="connsiteY5" fmla="*/ 333375 h 431165"/>
                        <a:gd name="connsiteX6" fmla="*/ 2270125 w 3485515"/>
                        <a:gd name="connsiteY6" fmla="*/ 9525 h 431165"/>
                        <a:gd name="connsiteX7" fmla="*/ 2647950 w 3485515"/>
                        <a:gd name="connsiteY7" fmla="*/ 336550 h 431165"/>
                        <a:gd name="connsiteX8" fmla="*/ 3032125 w 3485515"/>
                        <a:gd name="connsiteY8" fmla="*/ 12700 h 431165"/>
                        <a:gd name="connsiteX9" fmla="*/ 3485515 w 3485515"/>
                        <a:gd name="connsiteY9" fmla="*/ 431165 h 431165"/>
                        <a:gd name="connsiteX0" fmla="*/ 0 w 3415665"/>
                        <a:gd name="connsiteY0" fmla="*/ 0 h 336552"/>
                        <a:gd name="connsiteX1" fmla="*/ 381000 w 3415665"/>
                        <a:gd name="connsiteY1" fmla="*/ 336550 h 336552"/>
                        <a:gd name="connsiteX2" fmla="*/ 758825 w 3415665"/>
                        <a:gd name="connsiteY2" fmla="*/ 6350 h 336552"/>
                        <a:gd name="connsiteX3" fmla="*/ 1136650 w 3415665"/>
                        <a:gd name="connsiteY3" fmla="*/ 330200 h 336552"/>
                        <a:gd name="connsiteX4" fmla="*/ 1517650 w 3415665"/>
                        <a:gd name="connsiteY4" fmla="*/ 15875 h 336552"/>
                        <a:gd name="connsiteX5" fmla="*/ 1898650 w 3415665"/>
                        <a:gd name="connsiteY5" fmla="*/ 333375 h 336552"/>
                        <a:gd name="connsiteX6" fmla="*/ 2270125 w 3415665"/>
                        <a:gd name="connsiteY6" fmla="*/ 9525 h 336552"/>
                        <a:gd name="connsiteX7" fmla="*/ 2647950 w 3415665"/>
                        <a:gd name="connsiteY7" fmla="*/ 336550 h 336552"/>
                        <a:gd name="connsiteX8" fmla="*/ 3032125 w 3415665"/>
                        <a:gd name="connsiteY8" fmla="*/ 12700 h 336552"/>
                        <a:gd name="connsiteX9" fmla="*/ 3415665 w 3415665"/>
                        <a:gd name="connsiteY9" fmla="*/ 329565 h 336552"/>
                        <a:gd name="connsiteX0" fmla="*/ 0 w 3425190"/>
                        <a:gd name="connsiteY0" fmla="*/ 0 h 361315"/>
                        <a:gd name="connsiteX1" fmla="*/ 381000 w 3425190"/>
                        <a:gd name="connsiteY1" fmla="*/ 336550 h 361315"/>
                        <a:gd name="connsiteX2" fmla="*/ 758825 w 3425190"/>
                        <a:gd name="connsiteY2" fmla="*/ 6350 h 361315"/>
                        <a:gd name="connsiteX3" fmla="*/ 1136650 w 3425190"/>
                        <a:gd name="connsiteY3" fmla="*/ 330200 h 361315"/>
                        <a:gd name="connsiteX4" fmla="*/ 1517650 w 3425190"/>
                        <a:gd name="connsiteY4" fmla="*/ 15875 h 361315"/>
                        <a:gd name="connsiteX5" fmla="*/ 1898650 w 3425190"/>
                        <a:gd name="connsiteY5" fmla="*/ 333375 h 361315"/>
                        <a:gd name="connsiteX6" fmla="*/ 2270125 w 3425190"/>
                        <a:gd name="connsiteY6" fmla="*/ 9525 h 361315"/>
                        <a:gd name="connsiteX7" fmla="*/ 2647950 w 3425190"/>
                        <a:gd name="connsiteY7" fmla="*/ 336550 h 361315"/>
                        <a:gd name="connsiteX8" fmla="*/ 3032125 w 3425190"/>
                        <a:gd name="connsiteY8" fmla="*/ 12700 h 361315"/>
                        <a:gd name="connsiteX9" fmla="*/ 3425190 w 3425190"/>
                        <a:gd name="connsiteY9" fmla="*/ 361315 h 361315"/>
                        <a:gd name="connsiteX0" fmla="*/ 0 w 3425190"/>
                        <a:gd name="connsiteY0" fmla="*/ 0 h 361315"/>
                        <a:gd name="connsiteX1" fmla="*/ 381000 w 3425190"/>
                        <a:gd name="connsiteY1" fmla="*/ 336550 h 361315"/>
                        <a:gd name="connsiteX2" fmla="*/ 758825 w 3425190"/>
                        <a:gd name="connsiteY2" fmla="*/ 6350 h 361315"/>
                        <a:gd name="connsiteX3" fmla="*/ 1136650 w 3425190"/>
                        <a:gd name="connsiteY3" fmla="*/ 330200 h 361315"/>
                        <a:gd name="connsiteX4" fmla="*/ 1517650 w 3425190"/>
                        <a:gd name="connsiteY4" fmla="*/ 15875 h 361315"/>
                        <a:gd name="connsiteX5" fmla="*/ 1898650 w 3425190"/>
                        <a:gd name="connsiteY5" fmla="*/ 333375 h 361315"/>
                        <a:gd name="connsiteX6" fmla="*/ 2270125 w 3425190"/>
                        <a:gd name="connsiteY6" fmla="*/ 9525 h 361315"/>
                        <a:gd name="connsiteX7" fmla="*/ 2647950 w 3425190"/>
                        <a:gd name="connsiteY7" fmla="*/ 336550 h 361315"/>
                        <a:gd name="connsiteX8" fmla="*/ 3032125 w 3425190"/>
                        <a:gd name="connsiteY8" fmla="*/ 12700 h 361315"/>
                        <a:gd name="connsiteX9" fmla="*/ 3425190 w 3425190"/>
                        <a:gd name="connsiteY9" fmla="*/ 361315 h 361315"/>
                        <a:gd name="connsiteX0" fmla="*/ 0 w 3390265"/>
                        <a:gd name="connsiteY0" fmla="*/ 0 h 336552"/>
                        <a:gd name="connsiteX1" fmla="*/ 381000 w 3390265"/>
                        <a:gd name="connsiteY1" fmla="*/ 336550 h 336552"/>
                        <a:gd name="connsiteX2" fmla="*/ 758825 w 3390265"/>
                        <a:gd name="connsiteY2" fmla="*/ 6350 h 336552"/>
                        <a:gd name="connsiteX3" fmla="*/ 1136650 w 3390265"/>
                        <a:gd name="connsiteY3" fmla="*/ 330200 h 336552"/>
                        <a:gd name="connsiteX4" fmla="*/ 1517650 w 3390265"/>
                        <a:gd name="connsiteY4" fmla="*/ 15875 h 336552"/>
                        <a:gd name="connsiteX5" fmla="*/ 1898650 w 3390265"/>
                        <a:gd name="connsiteY5" fmla="*/ 333375 h 336552"/>
                        <a:gd name="connsiteX6" fmla="*/ 2270125 w 3390265"/>
                        <a:gd name="connsiteY6" fmla="*/ 9525 h 336552"/>
                        <a:gd name="connsiteX7" fmla="*/ 2647950 w 3390265"/>
                        <a:gd name="connsiteY7" fmla="*/ 336550 h 336552"/>
                        <a:gd name="connsiteX8" fmla="*/ 3032125 w 3390265"/>
                        <a:gd name="connsiteY8" fmla="*/ 12700 h 336552"/>
                        <a:gd name="connsiteX9" fmla="*/ 3390265 w 3390265"/>
                        <a:gd name="connsiteY9" fmla="*/ 313690 h 3365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390265" h="336552">
                          <a:moveTo>
                            <a:pt x="0" y="0"/>
                          </a:moveTo>
                          <a:cubicBezTo>
                            <a:pt x="170921" y="218546"/>
                            <a:pt x="254529" y="335492"/>
                            <a:pt x="381000" y="336550"/>
                          </a:cubicBezTo>
                          <a:cubicBezTo>
                            <a:pt x="507471" y="337608"/>
                            <a:pt x="632883" y="7408"/>
                            <a:pt x="758825" y="6350"/>
                          </a:cubicBezTo>
                          <a:cubicBezTo>
                            <a:pt x="884767" y="5292"/>
                            <a:pt x="1010179" y="328613"/>
                            <a:pt x="1136650" y="330200"/>
                          </a:cubicBezTo>
                          <a:cubicBezTo>
                            <a:pt x="1263121" y="331788"/>
                            <a:pt x="1390650" y="15346"/>
                            <a:pt x="1517650" y="15875"/>
                          </a:cubicBezTo>
                          <a:cubicBezTo>
                            <a:pt x="1644650" y="16404"/>
                            <a:pt x="1773238" y="334433"/>
                            <a:pt x="1898650" y="333375"/>
                          </a:cubicBezTo>
                          <a:cubicBezTo>
                            <a:pt x="2024063" y="332317"/>
                            <a:pt x="2145242" y="8996"/>
                            <a:pt x="2270125" y="9525"/>
                          </a:cubicBezTo>
                          <a:cubicBezTo>
                            <a:pt x="2395008" y="10054"/>
                            <a:pt x="2520950" y="336021"/>
                            <a:pt x="2647950" y="336550"/>
                          </a:cubicBezTo>
                          <a:cubicBezTo>
                            <a:pt x="2774950" y="337079"/>
                            <a:pt x="2907771" y="12171"/>
                            <a:pt x="3032125" y="12700"/>
                          </a:cubicBezTo>
                          <a:cubicBezTo>
                            <a:pt x="3156479" y="13229"/>
                            <a:pt x="3180292" y="31221"/>
                            <a:pt x="3390265" y="31369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4A729300-C8B0-21DA-C0F7-75549C9F3F6F}"/>
                </a:ext>
              </a:extLst>
            </p:cNvPr>
            <p:cNvSpPr/>
            <p:nvPr/>
          </p:nvSpPr>
          <p:spPr>
            <a:xfrm>
              <a:off x="2248227" y="1800531"/>
              <a:ext cx="3390265" cy="336552"/>
            </a:xfrm>
            <a:custGeom>
              <a:avLst/>
              <a:gdLst>
                <a:gd name="connsiteX0" fmla="*/ 0 w 1917555"/>
                <a:gd name="connsiteY0" fmla="*/ 0 h 173020"/>
                <a:gd name="connsiteX1" fmla="*/ 215495 w 1917555"/>
                <a:gd name="connsiteY1" fmla="*/ 173018 h 173020"/>
                <a:gd name="connsiteX2" fmla="*/ 429196 w 1917555"/>
                <a:gd name="connsiteY2" fmla="*/ 3264 h 173020"/>
                <a:gd name="connsiteX3" fmla="*/ 642896 w 1917555"/>
                <a:gd name="connsiteY3" fmla="*/ 169754 h 173020"/>
                <a:gd name="connsiteX4" fmla="*/ 858392 w 1917555"/>
                <a:gd name="connsiteY4" fmla="*/ 8161 h 173020"/>
                <a:gd name="connsiteX5" fmla="*/ 1073888 w 1917555"/>
                <a:gd name="connsiteY5" fmla="*/ 171386 h 173020"/>
                <a:gd name="connsiteX6" fmla="*/ 1283996 w 1917555"/>
                <a:gd name="connsiteY6" fmla="*/ 4896 h 173020"/>
                <a:gd name="connsiteX7" fmla="*/ 1497697 w 1917555"/>
                <a:gd name="connsiteY7" fmla="*/ 173018 h 173020"/>
                <a:gd name="connsiteX8" fmla="*/ 1714988 w 1917555"/>
                <a:gd name="connsiteY8" fmla="*/ 6529 h 173020"/>
                <a:gd name="connsiteX9" fmla="*/ 1917555 w 1917555"/>
                <a:gd name="connsiteY9" fmla="*/ 161266 h 17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17555" h="173020" extrusionOk="0">
                  <a:moveTo>
                    <a:pt x="0" y="0"/>
                  </a:moveTo>
                  <a:cubicBezTo>
                    <a:pt x="83195" y="104040"/>
                    <a:pt x="131278" y="177236"/>
                    <a:pt x="215495" y="173018"/>
                  </a:cubicBezTo>
                  <a:cubicBezTo>
                    <a:pt x="306855" y="177736"/>
                    <a:pt x="350667" y="4040"/>
                    <a:pt x="429196" y="3264"/>
                  </a:cubicBezTo>
                  <a:cubicBezTo>
                    <a:pt x="498387" y="4714"/>
                    <a:pt x="568440" y="185094"/>
                    <a:pt x="642896" y="169754"/>
                  </a:cubicBezTo>
                  <a:cubicBezTo>
                    <a:pt x="695551" y="160241"/>
                    <a:pt x="793464" y="11188"/>
                    <a:pt x="858392" y="8161"/>
                  </a:cubicBezTo>
                  <a:cubicBezTo>
                    <a:pt x="947084" y="10433"/>
                    <a:pt x="1011444" y="154457"/>
                    <a:pt x="1073888" y="171386"/>
                  </a:cubicBezTo>
                  <a:cubicBezTo>
                    <a:pt x="1125210" y="167839"/>
                    <a:pt x="1205469" y="12055"/>
                    <a:pt x="1283996" y="4896"/>
                  </a:cubicBezTo>
                  <a:cubicBezTo>
                    <a:pt x="1353686" y="-3848"/>
                    <a:pt x="1423909" y="175465"/>
                    <a:pt x="1497697" y="173018"/>
                  </a:cubicBezTo>
                  <a:cubicBezTo>
                    <a:pt x="1579381" y="178805"/>
                    <a:pt x="1651883" y="7995"/>
                    <a:pt x="1714988" y="6529"/>
                  </a:cubicBezTo>
                  <a:cubicBezTo>
                    <a:pt x="1780531" y="6025"/>
                    <a:pt x="1802186" y="18826"/>
                    <a:pt x="1917555" y="161266"/>
                  </a:cubicBezTo>
                </a:path>
              </a:pathLst>
            </a:custGeom>
            <a:noFill/>
            <a:ln w="6350" cmpd="dbl">
              <a:solidFill>
                <a:schemeClr val="accent6">
                  <a:lumMod val="60000"/>
                  <a:lumOff val="40000"/>
                </a:schemeClr>
              </a:solidFill>
              <a:prstDash val="lgDash"/>
              <a:headEnd type="stealth" w="sm" len="sm"/>
              <a:tailEnd type="stealth" w="sm" len="sm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70190 w 3739066"/>
                        <a:gd name="connsiteY0" fmla="*/ 0 h 339740"/>
                        <a:gd name="connsiteX1" fmla="*/ 551190 w 3739066"/>
                        <a:gd name="connsiteY1" fmla="*/ 336550 h 339740"/>
                        <a:gd name="connsiteX2" fmla="*/ 929015 w 3739066"/>
                        <a:gd name="connsiteY2" fmla="*/ 6350 h 339740"/>
                        <a:gd name="connsiteX3" fmla="*/ 1306840 w 3739066"/>
                        <a:gd name="connsiteY3" fmla="*/ 330200 h 339740"/>
                        <a:gd name="connsiteX4" fmla="*/ 1687840 w 3739066"/>
                        <a:gd name="connsiteY4" fmla="*/ 15875 h 339740"/>
                        <a:gd name="connsiteX5" fmla="*/ 2068840 w 3739066"/>
                        <a:gd name="connsiteY5" fmla="*/ 333375 h 339740"/>
                        <a:gd name="connsiteX6" fmla="*/ 2440315 w 3739066"/>
                        <a:gd name="connsiteY6" fmla="*/ 9525 h 339740"/>
                        <a:gd name="connsiteX7" fmla="*/ 2818140 w 3739066"/>
                        <a:gd name="connsiteY7" fmla="*/ 336550 h 339740"/>
                        <a:gd name="connsiteX8" fmla="*/ 3202315 w 3739066"/>
                        <a:gd name="connsiteY8" fmla="*/ 12700 h 339740"/>
                        <a:gd name="connsiteX9" fmla="*/ 3564265 w 3739066"/>
                        <a:gd name="connsiteY9" fmla="*/ 339725 h 339740"/>
                        <a:gd name="connsiteX10" fmla="*/ 170190 w 3739066"/>
                        <a:gd name="connsiteY10" fmla="*/ 0 h 339740"/>
                        <a:gd name="connsiteX0" fmla="*/ 170190 w 3780528"/>
                        <a:gd name="connsiteY0" fmla="*/ 0 h 431165"/>
                        <a:gd name="connsiteX1" fmla="*/ 551190 w 3780528"/>
                        <a:gd name="connsiteY1" fmla="*/ 336550 h 431165"/>
                        <a:gd name="connsiteX2" fmla="*/ 929015 w 3780528"/>
                        <a:gd name="connsiteY2" fmla="*/ 6350 h 431165"/>
                        <a:gd name="connsiteX3" fmla="*/ 1306840 w 3780528"/>
                        <a:gd name="connsiteY3" fmla="*/ 330200 h 431165"/>
                        <a:gd name="connsiteX4" fmla="*/ 1687840 w 3780528"/>
                        <a:gd name="connsiteY4" fmla="*/ 15875 h 431165"/>
                        <a:gd name="connsiteX5" fmla="*/ 2068840 w 3780528"/>
                        <a:gd name="connsiteY5" fmla="*/ 333375 h 431165"/>
                        <a:gd name="connsiteX6" fmla="*/ 2440315 w 3780528"/>
                        <a:gd name="connsiteY6" fmla="*/ 9525 h 431165"/>
                        <a:gd name="connsiteX7" fmla="*/ 2818140 w 3780528"/>
                        <a:gd name="connsiteY7" fmla="*/ 336550 h 431165"/>
                        <a:gd name="connsiteX8" fmla="*/ 3202315 w 3780528"/>
                        <a:gd name="connsiteY8" fmla="*/ 12700 h 431165"/>
                        <a:gd name="connsiteX9" fmla="*/ 3655705 w 3780528"/>
                        <a:gd name="connsiteY9" fmla="*/ 431165 h 431165"/>
                        <a:gd name="connsiteX0" fmla="*/ 0 w 3610338"/>
                        <a:gd name="connsiteY0" fmla="*/ 0 h 431165"/>
                        <a:gd name="connsiteX1" fmla="*/ 381000 w 3610338"/>
                        <a:gd name="connsiteY1" fmla="*/ 336550 h 431165"/>
                        <a:gd name="connsiteX2" fmla="*/ 758825 w 3610338"/>
                        <a:gd name="connsiteY2" fmla="*/ 6350 h 431165"/>
                        <a:gd name="connsiteX3" fmla="*/ 1136650 w 3610338"/>
                        <a:gd name="connsiteY3" fmla="*/ 330200 h 431165"/>
                        <a:gd name="connsiteX4" fmla="*/ 1517650 w 3610338"/>
                        <a:gd name="connsiteY4" fmla="*/ 15875 h 431165"/>
                        <a:gd name="connsiteX5" fmla="*/ 1898650 w 3610338"/>
                        <a:gd name="connsiteY5" fmla="*/ 333375 h 431165"/>
                        <a:gd name="connsiteX6" fmla="*/ 2270125 w 3610338"/>
                        <a:gd name="connsiteY6" fmla="*/ 9525 h 431165"/>
                        <a:gd name="connsiteX7" fmla="*/ 2647950 w 3610338"/>
                        <a:gd name="connsiteY7" fmla="*/ 336550 h 431165"/>
                        <a:gd name="connsiteX8" fmla="*/ 3032125 w 3610338"/>
                        <a:gd name="connsiteY8" fmla="*/ 12700 h 431165"/>
                        <a:gd name="connsiteX9" fmla="*/ 3485515 w 3610338"/>
                        <a:gd name="connsiteY9" fmla="*/ 431165 h 431165"/>
                        <a:gd name="connsiteX0" fmla="*/ 0 w 3485515"/>
                        <a:gd name="connsiteY0" fmla="*/ 0 h 431165"/>
                        <a:gd name="connsiteX1" fmla="*/ 381000 w 3485515"/>
                        <a:gd name="connsiteY1" fmla="*/ 336550 h 431165"/>
                        <a:gd name="connsiteX2" fmla="*/ 758825 w 3485515"/>
                        <a:gd name="connsiteY2" fmla="*/ 6350 h 431165"/>
                        <a:gd name="connsiteX3" fmla="*/ 1136650 w 3485515"/>
                        <a:gd name="connsiteY3" fmla="*/ 330200 h 431165"/>
                        <a:gd name="connsiteX4" fmla="*/ 1517650 w 3485515"/>
                        <a:gd name="connsiteY4" fmla="*/ 15875 h 431165"/>
                        <a:gd name="connsiteX5" fmla="*/ 1898650 w 3485515"/>
                        <a:gd name="connsiteY5" fmla="*/ 333375 h 431165"/>
                        <a:gd name="connsiteX6" fmla="*/ 2270125 w 3485515"/>
                        <a:gd name="connsiteY6" fmla="*/ 9525 h 431165"/>
                        <a:gd name="connsiteX7" fmla="*/ 2647950 w 3485515"/>
                        <a:gd name="connsiteY7" fmla="*/ 336550 h 431165"/>
                        <a:gd name="connsiteX8" fmla="*/ 3032125 w 3485515"/>
                        <a:gd name="connsiteY8" fmla="*/ 12700 h 431165"/>
                        <a:gd name="connsiteX9" fmla="*/ 3485515 w 3485515"/>
                        <a:gd name="connsiteY9" fmla="*/ 431165 h 431165"/>
                        <a:gd name="connsiteX0" fmla="*/ 0 w 3415665"/>
                        <a:gd name="connsiteY0" fmla="*/ 0 h 336552"/>
                        <a:gd name="connsiteX1" fmla="*/ 381000 w 3415665"/>
                        <a:gd name="connsiteY1" fmla="*/ 336550 h 336552"/>
                        <a:gd name="connsiteX2" fmla="*/ 758825 w 3415665"/>
                        <a:gd name="connsiteY2" fmla="*/ 6350 h 336552"/>
                        <a:gd name="connsiteX3" fmla="*/ 1136650 w 3415665"/>
                        <a:gd name="connsiteY3" fmla="*/ 330200 h 336552"/>
                        <a:gd name="connsiteX4" fmla="*/ 1517650 w 3415665"/>
                        <a:gd name="connsiteY4" fmla="*/ 15875 h 336552"/>
                        <a:gd name="connsiteX5" fmla="*/ 1898650 w 3415665"/>
                        <a:gd name="connsiteY5" fmla="*/ 333375 h 336552"/>
                        <a:gd name="connsiteX6" fmla="*/ 2270125 w 3415665"/>
                        <a:gd name="connsiteY6" fmla="*/ 9525 h 336552"/>
                        <a:gd name="connsiteX7" fmla="*/ 2647950 w 3415665"/>
                        <a:gd name="connsiteY7" fmla="*/ 336550 h 336552"/>
                        <a:gd name="connsiteX8" fmla="*/ 3032125 w 3415665"/>
                        <a:gd name="connsiteY8" fmla="*/ 12700 h 336552"/>
                        <a:gd name="connsiteX9" fmla="*/ 3415665 w 3415665"/>
                        <a:gd name="connsiteY9" fmla="*/ 329565 h 336552"/>
                        <a:gd name="connsiteX0" fmla="*/ 0 w 3425190"/>
                        <a:gd name="connsiteY0" fmla="*/ 0 h 361315"/>
                        <a:gd name="connsiteX1" fmla="*/ 381000 w 3425190"/>
                        <a:gd name="connsiteY1" fmla="*/ 336550 h 361315"/>
                        <a:gd name="connsiteX2" fmla="*/ 758825 w 3425190"/>
                        <a:gd name="connsiteY2" fmla="*/ 6350 h 361315"/>
                        <a:gd name="connsiteX3" fmla="*/ 1136650 w 3425190"/>
                        <a:gd name="connsiteY3" fmla="*/ 330200 h 361315"/>
                        <a:gd name="connsiteX4" fmla="*/ 1517650 w 3425190"/>
                        <a:gd name="connsiteY4" fmla="*/ 15875 h 361315"/>
                        <a:gd name="connsiteX5" fmla="*/ 1898650 w 3425190"/>
                        <a:gd name="connsiteY5" fmla="*/ 333375 h 361315"/>
                        <a:gd name="connsiteX6" fmla="*/ 2270125 w 3425190"/>
                        <a:gd name="connsiteY6" fmla="*/ 9525 h 361315"/>
                        <a:gd name="connsiteX7" fmla="*/ 2647950 w 3425190"/>
                        <a:gd name="connsiteY7" fmla="*/ 336550 h 361315"/>
                        <a:gd name="connsiteX8" fmla="*/ 3032125 w 3425190"/>
                        <a:gd name="connsiteY8" fmla="*/ 12700 h 361315"/>
                        <a:gd name="connsiteX9" fmla="*/ 3425190 w 3425190"/>
                        <a:gd name="connsiteY9" fmla="*/ 361315 h 361315"/>
                        <a:gd name="connsiteX0" fmla="*/ 0 w 3425190"/>
                        <a:gd name="connsiteY0" fmla="*/ 0 h 361315"/>
                        <a:gd name="connsiteX1" fmla="*/ 381000 w 3425190"/>
                        <a:gd name="connsiteY1" fmla="*/ 336550 h 361315"/>
                        <a:gd name="connsiteX2" fmla="*/ 758825 w 3425190"/>
                        <a:gd name="connsiteY2" fmla="*/ 6350 h 361315"/>
                        <a:gd name="connsiteX3" fmla="*/ 1136650 w 3425190"/>
                        <a:gd name="connsiteY3" fmla="*/ 330200 h 361315"/>
                        <a:gd name="connsiteX4" fmla="*/ 1517650 w 3425190"/>
                        <a:gd name="connsiteY4" fmla="*/ 15875 h 361315"/>
                        <a:gd name="connsiteX5" fmla="*/ 1898650 w 3425190"/>
                        <a:gd name="connsiteY5" fmla="*/ 333375 h 361315"/>
                        <a:gd name="connsiteX6" fmla="*/ 2270125 w 3425190"/>
                        <a:gd name="connsiteY6" fmla="*/ 9525 h 361315"/>
                        <a:gd name="connsiteX7" fmla="*/ 2647950 w 3425190"/>
                        <a:gd name="connsiteY7" fmla="*/ 336550 h 361315"/>
                        <a:gd name="connsiteX8" fmla="*/ 3032125 w 3425190"/>
                        <a:gd name="connsiteY8" fmla="*/ 12700 h 361315"/>
                        <a:gd name="connsiteX9" fmla="*/ 3425190 w 3425190"/>
                        <a:gd name="connsiteY9" fmla="*/ 361315 h 361315"/>
                        <a:gd name="connsiteX0" fmla="*/ 0 w 3390265"/>
                        <a:gd name="connsiteY0" fmla="*/ 0 h 336552"/>
                        <a:gd name="connsiteX1" fmla="*/ 381000 w 3390265"/>
                        <a:gd name="connsiteY1" fmla="*/ 336550 h 336552"/>
                        <a:gd name="connsiteX2" fmla="*/ 758825 w 3390265"/>
                        <a:gd name="connsiteY2" fmla="*/ 6350 h 336552"/>
                        <a:gd name="connsiteX3" fmla="*/ 1136650 w 3390265"/>
                        <a:gd name="connsiteY3" fmla="*/ 330200 h 336552"/>
                        <a:gd name="connsiteX4" fmla="*/ 1517650 w 3390265"/>
                        <a:gd name="connsiteY4" fmla="*/ 15875 h 336552"/>
                        <a:gd name="connsiteX5" fmla="*/ 1898650 w 3390265"/>
                        <a:gd name="connsiteY5" fmla="*/ 333375 h 336552"/>
                        <a:gd name="connsiteX6" fmla="*/ 2270125 w 3390265"/>
                        <a:gd name="connsiteY6" fmla="*/ 9525 h 336552"/>
                        <a:gd name="connsiteX7" fmla="*/ 2647950 w 3390265"/>
                        <a:gd name="connsiteY7" fmla="*/ 336550 h 336552"/>
                        <a:gd name="connsiteX8" fmla="*/ 3032125 w 3390265"/>
                        <a:gd name="connsiteY8" fmla="*/ 12700 h 336552"/>
                        <a:gd name="connsiteX9" fmla="*/ 3390265 w 3390265"/>
                        <a:gd name="connsiteY9" fmla="*/ 313690 h 3365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390265" h="336552">
                          <a:moveTo>
                            <a:pt x="0" y="0"/>
                          </a:moveTo>
                          <a:cubicBezTo>
                            <a:pt x="170921" y="218546"/>
                            <a:pt x="254529" y="335492"/>
                            <a:pt x="381000" y="336550"/>
                          </a:cubicBezTo>
                          <a:cubicBezTo>
                            <a:pt x="507471" y="337608"/>
                            <a:pt x="632883" y="7408"/>
                            <a:pt x="758825" y="6350"/>
                          </a:cubicBezTo>
                          <a:cubicBezTo>
                            <a:pt x="884767" y="5292"/>
                            <a:pt x="1010179" y="328613"/>
                            <a:pt x="1136650" y="330200"/>
                          </a:cubicBezTo>
                          <a:cubicBezTo>
                            <a:pt x="1263121" y="331788"/>
                            <a:pt x="1390650" y="15346"/>
                            <a:pt x="1517650" y="15875"/>
                          </a:cubicBezTo>
                          <a:cubicBezTo>
                            <a:pt x="1644650" y="16404"/>
                            <a:pt x="1773238" y="334433"/>
                            <a:pt x="1898650" y="333375"/>
                          </a:cubicBezTo>
                          <a:cubicBezTo>
                            <a:pt x="2024063" y="332317"/>
                            <a:pt x="2145242" y="8996"/>
                            <a:pt x="2270125" y="9525"/>
                          </a:cubicBezTo>
                          <a:cubicBezTo>
                            <a:pt x="2395008" y="10054"/>
                            <a:pt x="2520950" y="336021"/>
                            <a:pt x="2647950" y="336550"/>
                          </a:cubicBezTo>
                          <a:cubicBezTo>
                            <a:pt x="2774950" y="337079"/>
                            <a:pt x="2907771" y="12171"/>
                            <a:pt x="3032125" y="12700"/>
                          </a:cubicBezTo>
                          <a:cubicBezTo>
                            <a:pt x="3156479" y="13229"/>
                            <a:pt x="3180292" y="31221"/>
                            <a:pt x="3390265" y="31369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5" name="TextBox 344">
            <a:extLst>
              <a:ext uri="{FF2B5EF4-FFF2-40B4-BE49-F238E27FC236}">
                <a16:creationId xmlns:a16="http://schemas.microsoft.com/office/drawing/2014/main" id="{9EFCED36-8E36-9D8C-9B8B-450F124DB2A8}"/>
              </a:ext>
            </a:extLst>
          </p:cNvPr>
          <p:cNvSpPr txBox="1"/>
          <p:nvPr/>
        </p:nvSpPr>
        <p:spPr>
          <a:xfrm rot="4609898">
            <a:off x="1139230" y="1796205"/>
            <a:ext cx="15436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IP Leakage Per Month</a:t>
            </a:r>
          </a:p>
        </p:txBody>
      </p: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C305CBB-7A52-154D-DC34-C0B365EE14D9}"/>
              </a:ext>
            </a:extLst>
          </p:cNvPr>
          <p:cNvGrpSpPr/>
          <p:nvPr/>
        </p:nvGrpSpPr>
        <p:grpSpPr>
          <a:xfrm>
            <a:off x="2380581" y="405508"/>
            <a:ext cx="838200" cy="762000"/>
            <a:chOff x="4419600" y="1066800"/>
            <a:chExt cx="838200" cy="762000"/>
          </a:xfrm>
        </p:grpSpPr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D92890FA-5387-F35C-3D55-BAC3B1C2D086}"/>
                </a:ext>
              </a:extLst>
            </p:cNvPr>
            <p:cNvSpPr txBox="1"/>
            <p:nvPr/>
          </p:nvSpPr>
          <p:spPr>
            <a:xfrm>
              <a:off x="4430575" y="1215242"/>
              <a:ext cx="8162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Recursive</a:t>
              </a:r>
            </a:p>
            <a:p>
              <a:pPr algn="ctr"/>
              <a:r>
                <a:rPr lang="en-US" sz="1050" dirty="0"/>
                <a:t>Capital ROI</a:t>
              </a:r>
            </a:p>
          </p:txBody>
        </p:sp>
        <p:sp>
          <p:nvSpPr>
            <p:cNvPr id="347" name="Block Arc 346">
              <a:extLst>
                <a:ext uri="{FF2B5EF4-FFF2-40B4-BE49-F238E27FC236}">
                  <a16:creationId xmlns:a16="http://schemas.microsoft.com/office/drawing/2014/main" id="{5EEF2841-5F25-5513-FD64-3F379AE5B171}"/>
                </a:ext>
              </a:extLst>
            </p:cNvPr>
            <p:cNvSpPr/>
            <p:nvPr/>
          </p:nvSpPr>
          <p:spPr>
            <a:xfrm>
              <a:off x="4419600" y="1066800"/>
              <a:ext cx="838200" cy="762000"/>
            </a:xfrm>
            <a:prstGeom prst="blockArc">
              <a:avLst>
                <a:gd name="adj1" fmla="val 2675619"/>
                <a:gd name="adj2" fmla="val 21534527"/>
                <a:gd name="adj3" fmla="val 1124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8" name="Triangle 347">
              <a:extLst>
                <a:ext uri="{FF2B5EF4-FFF2-40B4-BE49-F238E27FC236}">
                  <a16:creationId xmlns:a16="http://schemas.microsoft.com/office/drawing/2014/main" id="{795F93E2-83CB-C1F5-19F5-7FC8A93916B3}"/>
                </a:ext>
              </a:extLst>
            </p:cNvPr>
            <p:cNvSpPr/>
            <p:nvPr/>
          </p:nvSpPr>
          <p:spPr>
            <a:xfrm rot="2383254">
              <a:off x="5006888" y="1579454"/>
              <a:ext cx="228600" cy="1524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794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</TotalTime>
  <Words>47</Words>
  <Application>Microsoft Macintosh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Oblinger</dc:creator>
  <cp:lastModifiedBy>Dan Oblinger</cp:lastModifiedBy>
  <cp:revision>3</cp:revision>
  <dcterms:created xsi:type="dcterms:W3CDTF">2025-08-01T21:30:40Z</dcterms:created>
  <dcterms:modified xsi:type="dcterms:W3CDTF">2025-08-01T23:09:28Z</dcterms:modified>
</cp:coreProperties>
</file>